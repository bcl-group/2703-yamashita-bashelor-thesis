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60" r:id="rId3"/>
    <p:sldId id="259" r:id="rId4"/>
    <p:sldId id="262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4" autoAdjust="0"/>
    <p:restoredTop sz="94660"/>
  </p:normalViewPr>
  <p:slideViewPr>
    <p:cSldViewPr snapToGrid="0">
      <p:cViewPr>
        <p:scale>
          <a:sx n="94" d="100"/>
          <a:sy n="94" d="100"/>
        </p:scale>
        <p:origin x="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1AE5FD-9E9F-4F23-90A8-F5B4A6899E9E}" type="doc">
      <dgm:prSet loTypeId="urn:microsoft.com/office/officeart/2005/8/layout/hierarchy2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E0602DE9-502D-40D6-B462-D9A99984D83A}">
      <dgm:prSet phldrT="[テキスト]"/>
      <dgm:spPr/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波動</a:t>
          </a:r>
        </a:p>
      </dgm:t>
    </dgm:pt>
    <dgm:pt modelId="{AF267BE4-FA0D-40AC-B3E6-326B6044BD25}" type="parTrans" cxnId="{04014BBB-6563-4DE9-A7C5-D2FCE1A47E23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5A340C37-51A2-4819-AA72-3F757F5ADB77}" type="sibTrans" cxnId="{04014BBB-6563-4DE9-A7C5-D2FCE1A47E23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788F7E5B-6220-4704-9DF7-7869DFE1D841}">
      <dgm:prSet phldrT="[テキスト]"/>
      <dgm:spPr/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波の性質</a:t>
          </a:r>
        </a:p>
      </dgm:t>
    </dgm:pt>
    <dgm:pt modelId="{F092F6A5-9FBA-4953-84C5-A61580CCCA05}" type="parTrans" cxnId="{5405EB74-409E-4764-B766-BD29D49BE4F2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2F073F05-9231-4702-A25D-0FD979502235}" type="sibTrans" cxnId="{5405EB74-409E-4764-B766-BD29D49BE4F2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F0B8A496-2699-49CC-8657-2504CA605053}">
      <dgm:prSet phldrT="[テキスト]" phldr="0"/>
      <dgm:spPr/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基本式</a:t>
          </a:r>
        </a:p>
      </dgm:t>
    </dgm:pt>
    <dgm:pt modelId="{74734E62-B877-474D-9DB5-A1C6E4528CAD}" type="parTrans" cxnId="{32F961F7-EAF5-4511-8A47-25451CF4A9A8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5DB6CA5C-DA40-4CEB-849A-860745A0A8B5}" type="sibTrans" cxnId="{32F961F7-EAF5-4511-8A47-25451CF4A9A8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993A8FB7-7DA9-46DC-A7D2-7F108B2397D2}">
      <dgm:prSet phldrT="[テキスト]" phldr="0"/>
      <dgm:spPr/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定常波</a:t>
          </a:r>
        </a:p>
      </dgm:t>
    </dgm:pt>
    <dgm:pt modelId="{FB0B5681-2C81-4EF3-8854-B27A5D2B51F4}" type="parTrans" cxnId="{BEE7CFC0-35E1-4C3F-9A4C-4627E11B4A4D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00272669-F4EF-4AC3-9E3F-799C6777E1A0}" type="sibTrans" cxnId="{BEE7CFC0-35E1-4C3F-9A4C-4627E11B4A4D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CD7778E7-9A66-4BEE-B2A3-5C45689A280D}">
      <dgm:prSet phldrT="[テキスト]" phldr="0"/>
      <dgm:spPr/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音</a:t>
          </a:r>
        </a:p>
      </dgm:t>
    </dgm:pt>
    <dgm:pt modelId="{A94D8127-9772-49BD-BC8C-28B43D154E0F}" type="parTrans" cxnId="{388F5D11-94C4-44F4-8F2D-948EF00EB3FF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A1DCFFF7-6564-43AA-8CE7-3E8C69F47887}" type="sibTrans" cxnId="{388F5D11-94C4-44F4-8F2D-948EF00EB3FF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616EE17F-E096-4A2E-AEDA-DD0DA0A9958C}">
      <dgm:prSet phldrT="[テキスト]" phldr="0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光</a:t>
          </a:r>
        </a:p>
      </dgm:t>
    </dgm:pt>
    <dgm:pt modelId="{39A158A3-1AC2-4C7C-932E-6C66E04512CF}" type="parTrans" cxnId="{0FFC2108-01F2-4B22-9E2F-7AF48FFB7114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7979F039-F528-4C93-BD4F-DDF229CA09BC}" type="sibTrans" cxnId="{0FFC2108-01F2-4B22-9E2F-7AF48FFB7114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7F92FB24-7A29-4056-8054-CAD1218CF104}">
      <dgm:prSet phldrT="[テキスト]" phldr="0"/>
      <dgm:spPr/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音の性質</a:t>
          </a:r>
        </a:p>
      </dgm:t>
    </dgm:pt>
    <dgm:pt modelId="{662D8991-77F1-4401-B195-C1FF4BF90E1A}" type="parTrans" cxnId="{10B1A1DD-0CA9-486F-B7F9-F5C6D407F3A5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7A6DAAEA-B8A7-4163-8B0E-063576C5198F}" type="sibTrans" cxnId="{10B1A1DD-0CA9-486F-B7F9-F5C6D407F3A5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3CBA334A-BE34-4EB6-BF12-7998AF464ED0}">
      <dgm:prSet phldrT="[テキスト]" phldr="0"/>
      <dgm:spPr>
        <a:solidFill>
          <a:srgbClr val="7030A0"/>
        </a:solidFill>
      </dgm:spPr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固有振動</a:t>
          </a:r>
          <a:endParaRPr kumimoji="1" lang="en-US" altLang="ja-JP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r>
            <a:rPr kumimoji="1" lang="en-US" altLang="ja-JP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(</a:t>
          </a:r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楽器</a:t>
          </a:r>
          <a:r>
            <a:rPr kumimoji="1" lang="en-US" altLang="ja-JP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)</a:t>
          </a:r>
          <a:endParaRPr kumimoji="1" lang="ja-JP" altLang="en-US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90654B52-161D-4679-874A-43CAEAD6DA7C}" type="parTrans" cxnId="{2996B489-055E-43CA-930D-90B47198D07F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9E377404-DFC0-45F1-A3B3-3933D6E13FAF}" type="sibTrans" cxnId="{2996B489-055E-43CA-930D-90B47198D07F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62871F2D-3C84-4D63-9E18-0B89ECC9AA68}">
      <dgm:prSet phldrT="[テキスト]" phldr="0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ドップラー</a:t>
          </a:r>
          <a:endParaRPr kumimoji="1" lang="en-US" altLang="ja-JP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効果</a:t>
          </a:r>
        </a:p>
      </dgm:t>
    </dgm:pt>
    <dgm:pt modelId="{AE802C36-1D42-4A62-8738-F2DE65CBA44A}" type="parTrans" cxnId="{863977B4-A435-4B14-AD0F-CE60854CB52B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7DE2413B-8280-48B3-AB60-EFA2ECA3D8FC}" type="sibTrans" cxnId="{863977B4-A435-4B14-AD0F-CE60854CB52B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D7902BDE-0005-4546-8A2C-67DED51CC283}">
      <dgm:prSet phldrT="[テキスト]" phldr="0"/>
      <dgm:spPr>
        <a:solidFill>
          <a:srgbClr val="7030A0"/>
        </a:solidFill>
      </dgm:spPr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弦</a:t>
          </a:r>
        </a:p>
      </dgm:t>
    </dgm:pt>
    <dgm:pt modelId="{441559D8-EA75-4323-B42F-6408A0E0E553}" type="parTrans" cxnId="{D236C99C-E02D-499E-BE71-7EFFF2FB6D18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9BD0E6E7-8EED-4EDC-9CB0-78EE2DD8DCE7}" type="sibTrans" cxnId="{D236C99C-E02D-499E-BE71-7EFFF2FB6D18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A79C1C62-1826-414E-8D15-116F5E9C1E4B}">
      <dgm:prSet phldrT="[テキスト]" phldr="0"/>
      <dgm:spPr>
        <a:solidFill>
          <a:srgbClr val="7030A0"/>
        </a:solidFill>
      </dgm:spPr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気柱</a:t>
          </a:r>
        </a:p>
      </dgm:t>
    </dgm:pt>
    <dgm:pt modelId="{5E721EAD-42F9-438D-8441-A5C8C7970C0B}" type="parTrans" cxnId="{CBCCADF9-8D1C-4036-A435-CB5672F7BC23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DC4D5067-5B8B-4910-8CA2-420C2533144A}" type="sibTrans" cxnId="{CBCCADF9-8D1C-4036-A435-CB5672F7BC23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BBBD7A59-B38B-47B6-8091-C9C4DA369DF9}" type="pres">
      <dgm:prSet presAssocID="{9C1AE5FD-9E9F-4F23-90A8-F5B4A6899E9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53B0C12-95D6-43B3-BB30-F95DD6755A72}" type="pres">
      <dgm:prSet presAssocID="{E0602DE9-502D-40D6-B462-D9A99984D83A}" presName="root1" presStyleCnt="0"/>
      <dgm:spPr/>
    </dgm:pt>
    <dgm:pt modelId="{38F1A806-4EA4-44BF-B211-292894E166B6}" type="pres">
      <dgm:prSet presAssocID="{E0602DE9-502D-40D6-B462-D9A99984D83A}" presName="LevelOneTextNode" presStyleLbl="node0" presStyleIdx="0" presStyleCnt="1">
        <dgm:presLayoutVars>
          <dgm:chPref val="3"/>
        </dgm:presLayoutVars>
      </dgm:prSet>
      <dgm:spPr/>
    </dgm:pt>
    <dgm:pt modelId="{81D9EEB2-FD2E-4EF3-8FDD-06156E4F45D3}" type="pres">
      <dgm:prSet presAssocID="{E0602DE9-502D-40D6-B462-D9A99984D83A}" presName="level2hierChild" presStyleCnt="0"/>
      <dgm:spPr/>
    </dgm:pt>
    <dgm:pt modelId="{881714A4-55F2-4192-B36E-AC4E11E39762}" type="pres">
      <dgm:prSet presAssocID="{F092F6A5-9FBA-4953-84C5-A61580CCCA05}" presName="conn2-1" presStyleLbl="parChTrans1D2" presStyleIdx="0" presStyleCnt="3"/>
      <dgm:spPr/>
    </dgm:pt>
    <dgm:pt modelId="{2639EAC0-80EF-46B5-9475-24A00C57A896}" type="pres">
      <dgm:prSet presAssocID="{F092F6A5-9FBA-4953-84C5-A61580CCCA05}" presName="connTx" presStyleLbl="parChTrans1D2" presStyleIdx="0" presStyleCnt="3"/>
      <dgm:spPr/>
    </dgm:pt>
    <dgm:pt modelId="{32C47950-08A7-47FF-B48E-8078CE30C9D6}" type="pres">
      <dgm:prSet presAssocID="{788F7E5B-6220-4704-9DF7-7869DFE1D841}" presName="root2" presStyleCnt="0"/>
      <dgm:spPr/>
    </dgm:pt>
    <dgm:pt modelId="{98653998-8281-49C3-A623-D162CA168FC3}" type="pres">
      <dgm:prSet presAssocID="{788F7E5B-6220-4704-9DF7-7869DFE1D841}" presName="LevelTwoTextNode" presStyleLbl="node2" presStyleIdx="0" presStyleCnt="3">
        <dgm:presLayoutVars>
          <dgm:chPref val="3"/>
        </dgm:presLayoutVars>
      </dgm:prSet>
      <dgm:spPr/>
    </dgm:pt>
    <dgm:pt modelId="{0092B0CC-5558-4E39-B399-6EC6A4F64DED}" type="pres">
      <dgm:prSet presAssocID="{788F7E5B-6220-4704-9DF7-7869DFE1D841}" presName="level3hierChild" presStyleCnt="0"/>
      <dgm:spPr/>
    </dgm:pt>
    <dgm:pt modelId="{491CD1B5-E05C-4695-93A0-CB1E618F8F4E}" type="pres">
      <dgm:prSet presAssocID="{74734E62-B877-474D-9DB5-A1C6E4528CAD}" presName="conn2-1" presStyleLbl="parChTrans1D3" presStyleIdx="0" presStyleCnt="5"/>
      <dgm:spPr/>
    </dgm:pt>
    <dgm:pt modelId="{618EC81F-BE7E-411D-AC60-B272AB6BE0C7}" type="pres">
      <dgm:prSet presAssocID="{74734E62-B877-474D-9DB5-A1C6E4528CAD}" presName="connTx" presStyleLbl="parChTrans1D3" presStyleIdx="0" presStyleCnt="5"/>
      <dgm:spPr/>
    </dgm:pt>
    <dgm:pt modelId="{5E273569-6DD3-478A-B0F8-161E7EF205E8}" type="pres">
      <dgm:prSet presAssocID="{F0B8A496-2699-49CC-8657-2504CA605053}" presName="root2" presStyleCnt="0"/>
      <dgm:spPr/>
    </dgm:pt>
    <dgm:pt modelId="{68BEE6F0-1B52-4C7F-AF28-DEDB731040E0}" type="pres">
      <dgm:prSet presAssocID="{F0B8A496-2699-49CC-8657-2504CA605053}" presName="LevelTwoTextNode" presStyleLbl="node3" presStyleIdx="0" presStyleCnt="5">
        <dgm:presLayoutVars>
          <dgm:chPref val="3"/>
        </dgm:presLayoutVars>
      </dgm:prSet>
      <dgm:spPr/>
    </dgm:pt>
    <dgm:pt modelId="{409B572F-E3E7-4449-8119-373266F1E4E1}" type="pres">
      <dgm:prSet presAssocID="{F0B8A496-2699-49CC-8657-2504CA605053}" presName="level3hierChild" presStyleCnt="0"/>
      <dgm:spPr/>
    </dgm:pt>
    <dgm:pt modelId="{34E93D40-FEAF-4B6F-991C-54D4F196D723}" type="pres">
      <dgm:prSet presAssocID="{FB0B5681-2C81-4EF3-8854-B27A5D2B51F4}" presName="conn2-1" presStyleLbl="parChTrans1D3" presStyleIdx="1" presStyleCnt="5"/>
      <dgm:spPr/>
    </dgm:pt>
    <dgm:pt modelId="{54EDB5EC-A2F1-46C3-95D7-A59842C82B80}" type="pres">
      <dgm:prSet presAssocID="{FB0B5681-2C81-4EF3-8854-B27A5D2B51F4}" presName="connTx" presStyleLbl="parChTrans1D3" presStyleIdx="1" presStyleCnt="5"/>
      <dgm:spPr/>
    </dgm:pt>
    <dgm:pt modelId="{42746A50-5A1A-44B8-A416-24327DEFB94E}" type="pres">
      <dgm:prSet presAssocID="{993A8FB7-7DA9-46DC-A7D2-7F108B2397D2}" presName="root2" presStyleCnt="0"/>
      <dgm:spPr/>
    </dgm:pt>
    <dgm:pt modelId="{D842D5DB-CA62-41BC-BFCD-1A00B8080228}" type="pres">
      <dgm:prSet presAssocID="{993A8FB7-7DA9-46DC-A7D2-7F108B2397D2}" presName="LevelTwoTextNode" presStyleLbl="node3" presStyleIdx="1" presStyleCnt="5">
        <dgm:presLayoutVars>
          <dgm:chPref val="3"/>
        </dgm:presLayoutVars>
      </dgm:prSet>
      <dgm:spPr/>
    </dgm:pt>
    <dgm:pt modelId="{9692F71D-58DE-4CF3-8955-8EFE36291385}" type="pres">
      <dgm:prSet presAssocID="{993A8FB7-7DA9-46DC-A7D2-7F108B2397D2}" presName="level3hierChild" presStyleCnt="0"/>
      <dgm:spPr/>
    </dgm:pt>
    <dgm:pt modelId="{A83240F2-CD6D-422F-8EB9-F2C902D7AA64}" type="pres">
      <dgm:prSet presAssocID="{A94D8127-9772-49BD-BC8C-28B43D154E0F}" presName="conn2-1" presStyleLbl="parChTrans1D2" presStyleIdx="1" presStyleCnt="3"/>
      <dgm:spPr/>
    </dgm:pt>
    <dgm:pt modelId="{74AABE9C-5135-4FF2-B8FF-D72EE0F24CE8}" type="pres">
      <dgm:prSet presAssocID="{A94D8127-9772-49BD-BC8C-28B43D154E0F}" presName="connTx" presStyleLbl="parChTrans1D2" presStyleIdx="1" presStyleCnt="3"/>
      <dgm:spPr/>
    </dgm:pt>
    <dgm:pt modelId="{96CDBFFB-3D56-4F7E-9C21-D4289C5EB1B6}" type="pres">
      <dgm:prSet presAssocID="{CD7778E7-9A66-4BEE-B2A3-5C45689A280D}" presName="root2" presStyleCnt="0"/>
      <dgm:spPr/>
    </dgm:pt>
    <dgm:pt modelId="{DA20266C-3B10-4970-8DF1-CA4C36A549FC}" type="pres">
      <dgm:prSet presAssocID="{CD7778E7-9A66-4BEE-B2A3-5C45689A280D}" presName="LevelTwoTextNode" presStyleLbl="node2" presStyleIdx="1" presStyleCnt="3">
        <dgm:presLayoutVars>
          <dgm:chPref val="3"/>
        </dgm:presLayoutVars>
      </dgm:prSet>
      <dgm:spPr/>
    </dgm:pt>
    <dgm:pt modelId="{93CBDD29-CF68-4D6D-940E-63C5E809BE91}" type="pres">
      <dgm:prSet presAssocID="{CD7778E7-9A66-4BEE-B2A3-5C45689A280D}" presName="level3hierChild" presStyleCnt="0"/>
      <dgm:spPr/>
    </dgm:pt>
    <dgm:pt modelId="{2535BA34-4C99-4585-91BE-2028BC7E0D06}" type="pres">
      <dgm:prSet presAssocID="{662D8991-77F1-4401-B195-C1FF4BF90E1A}" presName="conn2-1" presStyleLbl="parChTrans1D3" presStyleIdx="2" presStyleCnt="5"/>
      <dgm:spPr/>
    </dgm:pt>
    <dgm:pt modelId="{63976C70-DAA2-4EF5-91A1-1787BFC40669}" type="pres">
      <dgm:prSet presAssocID="{662D8991-77F1-4401-B195-C1FF4BF90E1A}" presName="connTx" presStyleLbl="parChTrans1D3" presStyleIdx="2" presStyleCnt="5"/>
      <dgm:spPr/>
    </dgm:pt>
    <dgm:pt modelId="{638313CE-6DD4-4CC7-8D85-FFF4B1F62114}" type="pres">
      <dgm:prSet presAssocID="{7F92FB24-7A29-4056-8054-CAD1218CF104}" presName="root2" presStyleCnt="0"/>
      <dgm:spPr/>
    </dgm:pt>
    <dgm:pt modelId="{B243D867-B6E9-4465-A940-CBC0A76B5BFE}" type="pres">
      <dgm:prSet presAssocID="{7F92FB24-7A29-4056-8054-CAD1218CF104}" presName="LevelTwoTextNode" presStyleLbl="node3" presStyleIdx="2" presStyleCnt="5">
        <dgm:presLayoutVars>
          <dgm:chPref val="3"/>
        </dgm:presLayoutVars>
      </dgm:prSet>
      <dgm:spPr/>
    </dgm:pt>
    <dgm:pt modelId="{83606361-4D0B-4671-8F88-A9572A4CFCBC}" type="pres">
      <dgm:prSet presAssocID="{7F92FB24-7A29-4056-8054-CAD1218CF104}" presName="level3hierChild" presStyleCnt="0"/>
      <dgm:spPr/>
    </dgm:pt>
    <dgm:pt modelId="{CA6D2D21-A10D-4900-BC37-8F20BA1EFB7E}" type="pres">
      <dgm:prSet presAssocID="{90654B52-161D-4679-874A-43CAEAD6DA7C}" presName="conn2-1" presStyleLbl="parChTrans1D3" presStyleIdx="3" presStyleCnt="5"/>
      <dgm:spPr/>
    </dgm:pt>
    <dgm:pt modelId="{393DCE3F-726C-4561-A7DF-36AD50EC3F2A}" type="pres">
      <dgm:prSet presAssocID="{90654B52-161D-4679-874A-43CAEAD6DA7C}" presName="connTx" presStyleLbl="parChTrans1D3" presStyleIdx="3" presStyleCnt="5"/>
      <dgm:spPr/>
    </dgm:pt>
    <dgm:pt modelId="{088DEE48-B940-4E4B-86CF-33CF89268213}" type="pres">
      <dgm:prSet presAssocID="{3CBA334A-BE34-4EB6-BF12-7998AF464ED0}" presName="root2" presStyleCnt="0"/>
      <dgm:spPr/>
    </dgm:pt>
    <dgm:pt modelId="{8FDFEE4A-2523-4DD1-9800-50FA1F1B8C84}" type="pres">
      <dgm:prSet presAssocID="{3CBA334A-BE34-4EB6-BF12-7998AF464ED0}" presName="LevelTwoTextNode" presStyleLbl="node3" presStyleIdx="3" presStyleCnt="5" custScaleX="129266">
        <dgm:presLayoutVars>
          <dgm:chPref val="3"/>
        </dgm:presLayoutVars>
      </dgm:prSet>
      <dgm:spPr/>
    </dgm:pt>
    <dgm:pt modelId="{6301CD80-B869-4D0F-8E7D-A42461FFE2B9}" type="pres">
      <dgm:prSet presAssocID="{3CBA334A-BE34-4EB6-BF12-7998AF464ED0}" presName="level3hierChild" presStyleCnt="0"/>
      <dgm:spPr/>
    </dgm:pt>
    <dgm:pt modelId="{09C6B3D3-8BF2-4CE1-AA3F-706E7E3296AA}" type="pres">
      <dgm:prSet presAssocID="{441559D8-EA75-4323-B42F-6408A0E0E553}" presName="conn2-1" presStyleLbl="parChTrans1D4" presStyleIdx="0" presStyleCnt="2"/>
      <dgm:spPr/>
    </dgm:pt>
    <dgm:pt modelId="{040D1A26-811F-4E12-841D-13D8E76C1620}" type="pres">
      <dgm:prSet presAssocID="{441559D8-EA75-4323-B42F-6408A0E0E553}" presName="connTx" presStyleLbl="parChTrans1D4" presStyleIdx="0" presStyleCnt="2"/>
      <dgm:spPr/>
    </dgm:pt>
    <dgm:pt modelId="{DDB9C04E-63E2-41BD-88BB-8E0BE53A9532}" type="pres">
      <dgm:prSet presAssocID="{D7902BDE-0005-4546-8A2C-67DED51CC283}" presName="root2" presStyleCnt="0"/>
      <dgm:spPr/>
    </dgm:pt>
    <dgm:pt modelId="{CAEDF81B-415D-49BB-A688-065BDEBACC22}" type="pres">
      <dgm:prSet presAssocID="{D7902BDE-0005-4546-8A2C-67DED51CC283}" presName="LevelTwoTextNode" presStyleLbl="node4" presStyleIdx="0" presStyleCnt="2" custLinFactNeighborX="330" custLinFactNeighborY="58672">
        <dgm:presLayoutVars>
          <dgm:chPref val="3"/>
        </dgm:presLayoutVars>
      </dgm:prSet>
      <dgm:spPr/>
    </dgm:pt>
    <dgm:pt modelId="{B503C33D-34C0-4404-9C2C-DFBDD85C394F}" type="pres">
      <dgm:prSet presAssocID="{D7902BDE-0005-4546-8A2C-67DED51CC283}" presName="level3hierChild" presStyleCnt="0"/>
      <dgm:spPr/>
    </dgm:pt>
    <dgm:pt modelId="{540EDF82-4CBC-47ED-9CD9-9F1509793A90}" type="pres">
      <dgm:prSet presAssocID="{5E721EAD-42F9-438D-8441-A5C8C7970C0B}" presName="conn2-1" presStyleLbl="parChTrans1D4" presStyleIdx="1" presStyleCnt="2"/>
      <dgm:spPr/>
    </dgm:pt>
    <dgm:pt modelId="{9077A62F-CF93-4098-B195-372D75C377A2}" type="pres">
      <dgm:prSet presAssocID="{5E721EAD-42F9-438D-8441-A5C8C7970C0B}" presName="connTx" presStyleLbl="parChTrans1D4" presStyleIdx="1" presStyleCnt="2"/>
      <dgm:spPr/>
    </dgm:pt>
    <dgm:pt modelId="{65B11BF5-54F4-44F7-8B70-FC4CC5CAD949}" type="pres">
      <dgm:prSet presAssocID="{A79C1C62-1826-414E-8D15-116F5E9C1E4B}" presName="root2" presStyleCnt="0"/>
      <dgm:spPr/>
    </dgm:pt>
    <dgm:pt modelId="{A28BDA0E-6855-4F80-AB15-DF456533161E}" type="pres">
      <dgm:prSet presAssocID="{A79C1C62-1826-414E-8D15-116F5E9C1E4B}" presName="LevelTwoTextNode" presStyleLbl="node4" presStyleIdx="1" presStyleCnt="2" custLinFactNeighborX="136" custLinFactNeighborY="58674">
        <dgm:presLayoutVars>
          <dgm:chPref val="3"/>
        </dgm:presLayoutVars>
      </dgm:prSet>
      <dgm:spPr/>
    </dgm:pt>
    <dgm:pt modelId="{7BECA7E6-9B0C-4768-AD79-24116A84F5D1}" type="pres">
      <dgm:prSet presAssocID="{A79C1C62-1826-414E-8D15-116F5E9C1E4B}" presName="level3hierChild" presStyleCnt="0"/>
      <dgm:spPr/>
    </dgm:pt>
    <dgm:pt modelId="{AD1902E2-7F8E-416B-BDC3-7C8016B12100}" type="pres">
      <dgm:prSet presAssocID="{AE802C36-1D42-4A62-8738-F2DE65CBA44A}" presName="conn2-1" presStyleLbl="parChTrans1D3" presStyleIdx="4" presStyleCnt="5"/>
      <dgm:spPr/>
    </dgm:pt>
    <dgm:pt modelId="{AD0D9D7C-9E65-4925-8906-F95D606DC585}" type="pres">
      <dgm:prSet presAssocID="{AE802C36-1D42-4A62-8738-F2DE65CBA44A}" presName="connTx" presStyleLbl="parChTrans1D3" presStyleIdx="4" presStyleCnt="5"/>
      <dgm:spPr/>
    </dgm:pt>
    <dgm:pt modelId="{35196AED-CF1C-41C4-879A-AF522DF47F96}" type="pres">
      <dgm:prSet presAssocID="{62871F2D-3C84-4D63-9E18-0B89ECC9AA68}" presName="root2" presStyleCnt="0"/>
      <dgm:spPr/>
    </dgm:pt>
    <dgm:pt modelId="{53C9B469-E57B-40CF-9756-A0B7D01012EE}" type="pres">
      <dgm:prSet presAssocID="{62871F2D-3C84-4D63-9E18-0B89ECC9AA68}" presName="LevelTwoTextNode" presStyleLbl="node3" presStyleIdx="4" presStyleCnt="5">
        <dgm:presLayoutVars>
          <dgm:chPref val="3"/>
        </dgm:presLayoutVars>
      </dgm:prSet>
      <dgm:spPr/>
    </dgm:pt>
    <dgm:pt modelId="{7561539E-52A2-4B60-BC75-EDE262F35A41}" type="pres">
      <dgm:prSet presAssocID="{62871F2D-3C84-4D63-9E18-0B89ECC9AA68}" presName="level3hierChild" presStyleCnt="0"/>
      <dgm:spPr/>
    </dgm:pt>
    <dgm:pt modelId="{1C5D39B7-43D2-4F8C-BA6F-082CEBB20577}" type="pres">
      <dgm:prSet presAssocID="{39A158A3-1AC2-4C7C-932E-6C66E04512CF}" presName="conn2-1" presStyleLbl="parChTrans1D2" presStyleIdx="2" presStyleCnt="3"/>
      <dgm:spPr/>
    </dgm:pt>
    <dgm:pt modelId="{776926E0-385C-47CD-B584-0D260F0454D9}" type="pres">
      <dgm:prSet presAssocID="{39A158A3-1AC2-4C7C-932E-6C66E04512CF}" presName="connTx" presStyleLbl="parChTrans1D2" presStyleIdx="2" presStyleCnt="3"/>
      <dgm:spPr/>
    </dgm:pt>
    <dgm:pt modelId="{8105A6A9-9F9B-42CC-B565-597FE31AE08C}" type="pres">
      <dgm:prSet presAssocID="{616EE17F-E096-4A2E-AEDA-DD0DA0A9958C}" presName="root2" presStyleCnt="0"/>
      <dgm:spPr/>
    </dgm:pt>
    <dgm:pt modelId="{57529BA4-35A1-45EF-B977-569110D54B3A}" type="pres">
      <dgm:prSet presAssocID="{616EE17F-E096-4A2E-AEDA-DD0DA0A9958C}" presName="LevelTwoTextNode" presStyleLbl="node2" presStyleIdx="2" presStyleCnt="3">
        <dgm:presLayoutVars>
          <dgm:chPref val="3"/>
        </dgm:presLayoutVars>
      </dgm:prSet>
      <dgm:spPr/>
    </dgm:pt>
    <dgm:pt modelId="{F3FA54CF-0C3B-4C91-9F7B-2ACDDB7F0986}" type="pres">
      <dgm:prSet presAssocID="{616EE17F-E096-4A2E-AEDA-DD0DA0A9958C}" presName="level3hierChild" presStyleCnt="0"/>
      <dgm:spPr/>
    </dgm:pt>
  </dgm:ptLst>
  <dgm:cxnLst>
    <dgm:cxn modelId="{0FFC2108-01F2-4B22-9E2F-7AF48FFB7114}" srcId="{E0602DE9-502D-40D6-B462-D9A99984D83A}" destId="{616EE17F-E096-4A2E-AEDA-DD0DA0A9958C}" srcOrd="2" destOrd="0" parTransId="{39A158A3-1AC2-4C7C-932E-6C66E04512CF}" sibTransId="{7979F039-F528-4C93-BD4F-DDF229CA09BC}"/>
    <dgm:cxn modelId="{47728E0C-FE02-4B4E-B76F-F6D55139C833}" type="presOf" srcId="{D7902BDE-0005-4546-8A2C-67DED51CC283}" destId="{CAEDF81B-415D-49BB-A688-065BDEBACC22}" srcOrd="0" destOrd="0" presId="urn:microsoft.com/office/officeart/2005/8/layout/hierarchy2"/>
    <dgm:cxn modelId="{78058C0E-18CC-4E6C-B07E-28C554B8CCEA}" type="presOf" srcId="{CD7778E7-9A66-4BEE-B2A3-5C45689A280D}" destId="{DA20266C-3B10-4970-8DF1-CA4C36A549FC}" srcOrd="0" destOrd="0" presId="urn:microsoft.com/office/officeart/2005/8/layout/hierarchy2"/>
    <dgm:cxn modelId="{388F5D11-94C4-44F4-8F2D-948EF00EB3FF}" srcId="{E0602DE9-502D-40D6-B462-D9A99984D83A}" destId="{CD7778E7-9A66-4BEE-B2A3-5C45689A280D}" srcOrd="1" destOrd="0" parTransId="{A94D8127-9772-49BD-BC8C-28B43D154E0F}" sibTransId="{A1DCFFF7-6564-43AA-8CE7-3E8C69F47887}"/>
    <dgm:cxn modelId="{E1789211-EC98-4D40-8DAE-2A9FA97BB846}" type="presOf" srcId="{F0B8A496-2699-49CC-8657-2504CA605053}" destId="{68BEE6F0-1B52-4C7F-AF28-DEDB731040E0}" srcOrd="0" destOrd="0" presId="urn:microsoft.com/office/officeart/2005/8/layout/hierarchy2"/>
    <dgm:cxn modelId="{DB471519-8E03-4CE1-AEC2-4694B84A7F97}" type="presOf" srcId="{62871F2D-3C84-4D63-9E18-0B89ECC9AA68}" destId="{53C9B469-E57B-40CF-9756-A0B7D01012EE}" srcOrd="0" destOrd="0" presId="urn:microsoft.com/office/officeart/2005/8/layout/hierarchy2"/>
    <dgm:cxn modelId="{0485AA23-D44B-4B6F-8320-C0059F4E2511}" type="presOf" srcId="{F092F6A5-9FBA-4953-84C5-A61580CCCA05}" destId="{2639EAC0-80EF-46B5-9475-24A00C57A896}" srcOrd="1" destOrd="0" presId="urn:microsoft.com/office/officeart/2005/8/layout/hierarchy2"/>
    <dgm:cxn modelId="{D290CA26-1DFF-4A05-8F6A-9FCCA8E8F8DD}" type="presOf" srcId="{E0602DE9-502D-40D6-B462-D9A99984D83A}" destId="{38F1A806-4EA4-44BF-B211-292894E166B6}" srcOrd="0" destOrd="0" presId="urn:microsoft.com/office/officeart/2005/8/layout/hierarchy2"/>
    <dgm:cxn modelId="{0719732F-0002-4841-A6AE-734524EC519C}" type="presOf" srcId="{FB0B5681-2C81-4EF3-8854-B27A5D2B51F4}" destId="{34E93D40-FEAF-4B6F-991C-54D4F196D723}" srcOrd="0" destOrd="0" presId="urn:microsoft.com/office/officeart/2005/8/layout/hierarchy2"/>
    <dgm:cxn modelId="{C152B03E-6E75-40C3-8251-E20950B39940}" type="presOf" srcId="{5E721EAD-42F9-438D-8441-A5C8C7970C0B}" destId="{540EDF82-4CBC-47ED-9CD9-9F1509793A90}" srcOrd="0" destOrd="0" presId="urn:microsoft.com/office/officeart/2005/8/layout/hierarchy2"/>
    <dgm:cxn modelId="{C862F75B-5BB0-4C77-BA80-FA38033C08B6}" type="presOf" srcId="{A79C1C62-1826-414E-8D15-116F5E9C1E4B}" destId="{A28BDA0E-6855-4F80-AB15-DF456533161E}" srcOrd="0" destOrd="0" presId="urn:microsoft.com/office/officeart/2005/8/layout/hierarchy2"/>
    <dgm:cxn modelId="{379B6A60-961E-4A6A-9A19-C9B6D5D7B32E}" type="presOf" srcId="{616EE17F-E096-4A2E-AEDA-DD0DA0A9958C}" destId="{57529BA4-35A1-45EF-B977-569110D54B3A}" srcOrd="0" destOrd="0" presId="urn:microsoft.com/office/officeart/2005/8/layout/hierarchy2"/>
    <dgm:cxn modelId="{13A5BC64-699C-4986-81FA-C9275AC207B7}" type="presOf" srcId="{788F7E5B-6220-4704-9DF7-7869DFE1D841}" destId="{98653998-8281-49C3-A623-D162CA168FC3}" srcOrd="0" destOrd="0" presId="urn:microsoft.com/office/officeart/2005/8/layout/hierarchy2"/>
    <dgm:cxn modelId="{124C7451-589F-4880-BEC4-992F14AD98A9}" type="presOf" srcId="{3CBA334A-BE34-4EB6-BF12-7998AF464ED0}" destId="{8FDFEE4A-2523-4DD1-9800-50FA1F1B8C84}" srcOrd="0" destOrd="0" presId="urn:microsoft.com/office/officeart/2005/8/layout/hierarchy2"/>
    <dgm:cxn modelId="{5405EB74-409E-4764-B766-BD29D49BE4F2}" srcId="{E0602DE9-502D-40D6-B462-D9A99984D83A}" destId="{788F7E5B-6220-4704-9DF7-7869DFE1D841}" srcOrd="0" destOrd="0" parTransId="{F092F6A5-9FBA-4953-84C5-A61580CCCA05}" sibTransId="{2F073F05-9231-4702-A25D-0FD979502235}"/>
    <dgm:cxn modelId="{E2804F7B-419C-4E11-B67B-E528B8872B92}" type="presOf" srcId="{74734E62-B877-474D-9DB5-A1C6E4528CAD}" destId="{491CD1B5-E05C-4695-93A0-CB1E618F8F4E}" srcOrd="0" destOrd="0" presId="urn:microsoft.com/office/officeart/2005/8/layout/hierarchy2"/>
    <dgm:cxn modelId="{2996B489-055E-43CA-930D-90B47198D07F}" srcId="{CD7778E7-9A66-4BEE-B2A3-5C45689A280D}" destId="{3CBA334A-BE34-4EB6-BF12-7998AF464ED0}" srcOrd="1" destOrd="0" parTransId="{90654B52-161D-4679-874A-43CAEAD6DA7C}" sibTransId="{9E377404-DFC0-45F1-A3B3-3933D6E13FAF}"/>
    <dgm:cxn modelId="{5FF9678C-80CB-4AC6-836E-BC04844E82CF}" type="presOf" srcId="{90654B52-161D-4679-874A-43CAEAD6DA7C}" destId="{393DCE3F-726C-4561-A7DF-36AD50EC3F2A}" srcOrd="1" destOrd="0" presId="urn:microsoft.com/office/officeart/2005/8/layout/hierarchy2"/>
    <dgm:cxn modelId="{BD613098-9759-4B55-90C2-3429834FAC1A}" type="presOf" srcId="{AE802C36-1D42-4A62-8738-F2DE65CBA44A}" destId="{AD1902E2-7F8E-416B-BDC3-7C8016B12100}" srcOrd="0" destOrd="0" presId="urn:microsoft.com/office/officeart/2005/8/layout/hierarchy2"/>
    <dgm:cxn modelId="{D236C99C-E02D-499E-BE71-7EFFF2FB6D18}" srcId="{3CBA334A-BE34-4EB6-BF12-7998AF464ED0}" destId="{D7902BDE-0005-4546-8A2C-67DED51CC283}" srcOrd="0" destOrd="0" parTransId="{441559D8-EA75-4323-B42F-6408A0E0E553}" sibTransId="{9BD0E6E7-8EED-4EDC-9CB0-78EE2DD8DCE7}"/>
    <dgm:cxn modelId="{B4B129A4-3533-4E62-AAD7-163B65B4726C}" type="presOf" srcId="{441559D8-EA75-4323-B42F-6408A0E0E553}" destId="{040D1A26-811F-4E12-841D-13D8E76C1620}" srcOrd="1" destOrd="0" presId="urn:microsoft.com/office/officeart/2005/8/layout/hierarchy2"/>
    <dgm:cxn modelId="{EB3999A6-BA26-43EF-8991-46853A8EA4B1}" type="presOf" srcId="{993A8FB7-7DA9-46DC-A7D2-7F108B2397D2}" destId="{D842D5DB-CA62-41BC-BFCD-1A00B8080228}" srcOrd="0" destOrd="0" presId="urn:microsoft.com/office/officeart/2005/8/layout/hierarchy2"/>
    <dgm:cxn modelId="{77F612AD-6F90-4182-8CA1-2738CEC24554}" type="presOf" srcId="{74734E62-B877-474D-9DB5-A1C6E4528CAD}" destId="{618EC81F-BE7E-411D-AC60-B272AB6BE0C7}" srcOrd="1" destOrd="0" presId="urn:microsoft.com/office/officeart/2005/8/layout/hierarchy2"/>
    <dgm:cxn modelId="{C3E04EB4-B747-4C60-8CE4-971D3AD21E9B}" type="presOf" srcId="{39A158A3-1AC2-4C7C-932E-6C66E04512CF}" destId="{776926E0-385C-47CD-B584-0D260F0454D9}" srcOrd="1" destOrd="0" presId="urn:microsoft.com/office/officeart/2005/8/layout/hierarchy2"/>
    <dgm:cxn modelId="{863977B4-A435-4B14-AD0F-CE60854CB52B}" srcId="{CD7778E7-9A66-4BEE-B2A3-5C45689A280D}" destId="{62871F2D-3C84-4D63-9E18-0B89ECC9AA68}" srcOrd="2" destOrd="0" parTransId="{AE802C36-1D42-4A62-8738-F2DE65CBA44A}" sibTransId="{7DE2413B-8280-48B3-AB60-EFA2ECA3D8FC}"/>
    <dgm:cxn modelId="{04014BBB-6563-4DE9-A7C5-D2FCE1A47E23}" srcId="{9C1AE5FD-9E9F-4F23-90A8-F5B4A6899E9E}" destId="{E0602DE9-502D-40D6-B462-D9A99984D83A}" srcOrd="0" destOrd="0" parTransId="{AF267BE4-FA0D-40AC-B3E6-326B6044BD25}" sibTransId="{5A340C37-51A2-4819-AA72-3F757F5ADB77}"/>
    <dgm:cxn modelId="{3F8551BC-E6D3-4B45-8609-A89AA850557B}" type="presOf" srcId="{90654B52-161D-4679-874A-43CAEAD6DA7C}" destId="{CA6D2D21-A10D-4900-BC37-8F20BA1EFB7E}" srcOrd="0" destOrd="0" presId="urn:microsoft.com/office/officeart/2005/8/layout/hierarchy2"/>
    <dgm:cxn modelId="{015E06BD-7762-4482-9B46-98C78207C37A}" type="presOf" srcId="{662D8991-77F1-4401-B195-C1FF4BF90E1A}" destId="{63976C70-DAA2-4EF5-91A1-1787BFC40669}" srcOrd="1" destOrd="0" presId="urn:microsoft.com/office/officeart/2005/8/layout/hierarchy2"/>
    <dgm:cxn modelId="{FCC085BE-2B6D-4BD7-A602-52857928C541}" type="presOf" srcId="{FB0B5681-2C81-4EF3-8854-B27A5D2B51F4}" destId="{54EDB5EC-A2F1-46C3-95D7-A59842C82B80}" srcOrd="1" destOrd="0" presId="urn:microsoft.com/office/officeart/2005/8/layout/hierarchy2"/>
    <dgm:cxn modelId="{BEE7CFC0-35E1-4C3F-9A4C-4627E11B4A4D}" srcId="{788F7E5B-6220-4704-9DF7-7869DFE1D841}" destId="{993A8FB7-7DA9-46DC-A7D2-7F108B2397D2}" srcOrd="1" destOrd="0" parTransId="{FB0B5681-2C81-4EF3-8854-B27A5D2B51F4}" sibTransId="{00272669-F4EF-4AC3-9E3F-799C6777E1A0}"/>
    <dgm:cxn modelId="{95AC22C2-8FC2-40C4-9BCD-6BE2201F0D5D}" type="presOf" srcId="{A94D8127-9772-49BD-BC8C-28B43D154E0F}" destId="{A83240F2-CD6D-422F-8EB9-F2C902D7AA64}" srcOrd="0" destOrd="0" presId="urn:microsoft.com/office/officeart/2005/8/layout/hierarchy2"/>
    <dgm:cxn modelId="{C5594AC4-24D4-402B-A86B-8590C52CED0F}" type="presOf" srcId="{AE802C36-1D42-4A62-8738-F2DE65CBA44A}" destId="{AD0D9D7C-9E65-4925-8906-F95D606DC585}" srcOrd="1" destOrd="0" presId="urn:microsoft.com/office/officeart/2005/8/layout/hierarchy2"/>
    <dgm:cxn modelId="{8426CCC6-2E9E-4E1D-AAD3-58F18AECF7BF}" type="presOf" srcId="{F092F6A5-9FBA-4953-84C5-A61580CCCA05}" destId="{881714A4-55F2-4192-B36E-AC4E11E39762}" srcOrd="0" destOrd="0" presId="urn:microsoft.com/office/officeart/2005/8/layout/hierarchy2"/>
    <dgm:cxn modelId="{E4E5C2CD-E0A9-4E78-A4FD-E35EAF0295FE}" type="presOf" srcId="{441559D8-EA75-4323-B42F-6408A0E0E553}" destId="{09C6B3D3-8BF2-4CE1-AA3F-706E7E3296AA}" srcOrd="0" destOrd="0" presId="urn:microsoft.com/office/officeart/2005/8/layout/hierarchy2"/>
    <dgm:cxn modelId="{249E49D8-CF87-4DE3-97E9-1E5A4716F3EF}" type="presOf" srcId="{5E721EAD-42F9-438D-8441-A5C8C7970C0B}" destId="{9077A62F-CF93-4098-B195-372D75C377A2}" srcOrd="1" destOrd="0" presId="urn:microsoft.com/office/officeart/2005/8/layout/hierarchy2"/>
    <dgm:cxn modelId="{A7D881DC-2411-4F90-BCA8-50E3760D2087}" type="presOf" srcId="{7F92FB24-7A29-4056-8054-CAD1218CF104}" destId="{B243D867-B6E9-4465-A940-CBC0A76B5BFE}" srcOrd="0" destOrd="0" presId="urn:microsoft.com/office/officeart/2005/8/layout/hierarchy2"/>
    <dgm:cxn modelId="{10B1A1DD-0CA9-486F-B7F9-F5C6D407F3A5}" srcId="{CD7778E7-9A66-4BEE-B2A3-5C45689A280D}" destId="{7F92FB24-7A29-4056-8054-CAD1218CF104}" srcOrd="0" destOrd="0" parTransId="{662D8991-77F1-4401-B195-C1FF4BF90E1A}" sibTransId="{7A6DAAEA-B8A7-4163-8B0E-063576C5198F}"/>
    <dgm:cxn modelId="{AABC91E4-86A3-4800-B1AD-063893D4160F}" type="presOf" srcId="{9C1AE5FD-9E9F-4F23-90A8-F5B4A6899E9E}" destId="{BBBD7A59-B38B-47B6-8091-C9C4DA369DF9}" srcOrd="0" destOrd="0" presId="urn:microsoft.com/office/officeart/2005/8/layout/hierarchy2"/>
    <dgm:cxn modelId="{5111F1EB-2EFE-4D4B-B3F5-84C5C94C3F2A}" type="presOf" srcId="{A94D8127-9772-49BD-BC8C-28B43D154E0F}" destId="{74AABE9C-5135-4FF2-B8FF-D72EE0F24CE8}" srcOrd="1" destOrd="0" presId="urn:microsoft.com/office/officeart/2005/8/layout/hierarchy2"/>
    <dgm:cxn modelId="{85DA2DEF-20FD-41EF-9E6A-392FD6B84605}" type="presOf" srcId="{662D8991-77F1-4401-B195-C1FF4BF90E1A}" destId="{2535BA34-4C99-4585-91BE-2028BC7E0D06}" srcOrd="0" destOrd="0" presId="urn:microsoft.com/office/officeart/2005/8/layout/hierarchy2"/>
    <dgm:cxn modelId="{3AAF56F6-3FC4-4752-A9DC-2F70EDE1CD21}" type="presOf" srcId="{39A158A3-1AC2-4C7C-932E-6C66E04512CF}" destId="{1C5D39B7-43D2-4F8C-BA6F-082CEBB20577}" srcOrd="0" destOrd="0" presId="urn:microsoft.com/office/officeart/2005/8/layout/hierarchy2"/>
    <dgm:cxn modelId="{32F961F7-EAF5-4511-8A47-25451CF4A9A8}" srcId="{788F7E5B-6220-4704-9DF7-7869DFE1D841}" destId="{F0B8A496-2699-49CC-8657-2504CA605053}" srcOrd="0" destOrd="0" parTransId="{74734E62-B877-474D-9DB5-A1C6E4528CAD}" sibTransId="{5DB6CA5C-DA40-4CEB-849A-860745A0A8B5}"/>
    <dgm:cxn modelId="{CBCCADF9-8D1C-4036-A435-CB5672F7BC23}" srcId="{3CBA334A-BE34-4EB6-BF12-7998AF464ED0}" destId="{A79C1C62-1826-414E-8D15-116F5E9C1E4B}" srcOrd="1" destOrd="0" parTransId="{5E721EAD-42F9-438D-8441-A5C8C7970C0B}" sibTransId="{DC4D5067-5B8B-4910-8CA2-420C2533144A}"/>
    <dgm:cxn modelId="{4A2247A4-FE77-4FAA-952B-23421E6C0D1D}" type="presParOf" srcId="{BBBD7A59-B38B-47B6-8091-C9C4DA369DF9}" destId="{753B0C12-95D6-43B3-BB30-F95DD6755A72}" srcOrd="0" destOrd="0" presId="urn:microsoft.com/office/officeart/2005/8/layout/hierarchy2"/>
    <dgm:cxn modelId="{84189AE6-5420-422E-8FD1-DA9A6243156F}" type="presParOf" srcId="{753B0C12-95D6-43B3-BB30-F95DD6755A72}" destId="{38F1A806-4EA4-44BF-B211-292894E166B6}" srcOrd="0" destOrd="0" presId="urn:microsoft.com/office/officeart/2005/8/layout/hierarchy2"/>
    <dgm:cxn modelId="{E0710337-8915-4802-B7C7-5286393015AF}" type="presParOf" srcId="{753B0C12-95D6-43B3-BB30-F95DD6755A72}" destId="{81D9EEB2-FD2E-4EF3-8FDD-06156E4F45D3}" srcOrd="1" destOrd="0" presId="urn:microsoft.com/office/officeart/2005/8/layout/hierarchy2"/>
    <dgm:cxn modelId="{CB4DDAEF-37FA-4FA0-95F3-757223050CAC}" type="presParOf" srcId="{81D9EEB2-FD2E-4EF3-8FDD-06156E4F45D3}" destId="{881714A4-55F2-4192-B36E-AC4E11E39762}" srcOrd="0" destOrd="0" presId="urn:microsoft.com/office/officeart/2005/8/layout/hierarchy2"/>
    <dgm:cxn modelId="{67C1FDFA-74CB-400A-94C9-5344A6DE5B0F}" type="presParOf" srcId="{881714A4-55F2-4192-B36E-AC4E11E39762}" destId="{2639EAC0-80EF-46B5-9475-24A00C57A896}" srcOrd="0" destOrd="0" presId="urn:microsoft.com/office/officeart/2005/8/layout/hierarchy2"/>
    <dgm:cxn modelId="{725767F9-987B-4583-B11A-745C784B6F87}" type="presParOf" srcId="{81D9EEB2-FD2E-4EF3-8FDD-06156E4F45D3}" destId="{32C47950-08A7-47FF-B48E-8078CE30C9D6}" srcOrd="1" destOrd="0" presId="urn:microsoft.com/office/officeart/2005/8/layout/hierarchy2"/>
    <dgm:cxn modelId="{45EF7FA2-0F07-44B5-A7DA-A96C095BAE0C}" type="presParOf" srcId="{32C47950-08A7-47FF-B48E-8078CE30C9D6}" destId="{98653998-8281-49C3-A623-D162CA168FC3}" srcOrd="0" destOrd="0" presId="urn:microsoft.com/office/officeart/2005/8/layout/hierarchy2"/>
    <dgm:cxn modelId="{0F4BE584-8C71-4FE6-9A87-47B290382DB0}" type="presParOf" srcId="{32C47950-08A7-47FF-B48E-8078CE30C9D6}" destId="{0092B0CC-5558-4E39-B399-6EC6A4F64DED}" srcOrd="1" destOrd="0" presId="urn:microsoft.com/office/officeart/2005/8/layout/hierarchy2"/>
    <dgm:cxn modelId="{F31A809A-21B6-4108-94CC-C7C9254255F0}" type="presParOf" srcId="{0092B0CC-5558-4E39-B399-6EC6A4F64DED}" destId="{491CD1B5-E05C-4695-93A0-CB1E618F8F4E}" srcOrd="0" destOrd="0" presId="urn:microsoft.com/office/officeart/2005/8/layout/hierarchy2"/>
    <dgm:cxn modelId="{3FD4E4E6-BA08-452F-AC90-5FD1832AEBFC}" type="presParOf" srcId="{491CD1B5-E05C-4695-93A0-CB1E618F8F4E}" destId="{618EC81F-BE7E-411D-AC60-B272AB6BE0C7}" srcOrd="0" destOrd="0" presId="urn:microsoft.com/office/officeart/2005/8/layout/hierarchy2"/>
    <dgm:cxn modelId="{457FBAAF-FF66-44D9-98EE-E8E64AF26A1F}" type="presParOf" srcId="{0092B0CC-5558-4E39-B399-6EC6A4F64DED}" destId="{5E273569-6DD3-478A-B0F8-161E7EF205E8}" srcOrd="1" destOrd="0" presId="urn:microsoft.com/office/officeart/2005/8/layout/hierarchy2"/>
    <dgm:cxn modelId="{E38DED56-C58B-41D7-B7D2-213D57F105B0}" type="presParOf" srcId="{5E273569-6DD3-478A-B0F8-161E7EF205E8}" destId="{68BEE6F0-1B52-4C7F-AF28-DEDB731040E0}" srcOrd="0" destOrd="0" presId="urn:microsoft.com/office/officeart/2005/8/layout/hierarchy2"/>
    <dgm:cxn modelId="{AF4EC591-8968-4167-BA31-EA0A9B1A6711}" type="presParOf" srcId="{5E273569-6DD3-478A-B0F8-161E7EF205E8}" destId="{409B572F-E3E7-4449-8119-373266F1E4E1}" srcOrd="1" destOrd="0" presId="urn:microsoft.com/office/officeart/2005/8/layout/hierarchy2"/>
    <dgm:cxn modelId="{85ADE9C0-3BB5-4E9B-B941-392FA2584734}" type="presParOf" srcId="{0092B0CC-5558-4E39-B399-6EC6A4F64DED}" destId="{34E93D40-FEAF-4B6F-991C-54D4F196D723}" srcOrd="2" destOrd="0" presId="urn:microsoft.com/office/officeart/2005/8/layout/hierarchy2"/>
    <dgm:cxn modelId="{4C900598-8986-401E-B64E-587A4FA250DA}" type="presParOf" srcId="{34E93D40-FEAF-4B6F-991C-54D4F196D723}" destId="{54EDB5EC-A2F1-46C3-95D7-A59842C82B80}" srcOrd="0" destOrd="0" presId="urn:microsoft.com/office/officeart/2005/8/layout/hierarchy2"/>
    <dgm:cxn modelId="{D0B67EDD-E3BC-4FB5-9915-C8D2007192EF}" type="presParOf" srcId="{0092B0CC-5558-4E39-B399-6EC6A4F64DED}" destId="{42746A50-5A1A-44B8-A416-24327DEFB94E}" srcOrd="3" destOrd="0" presId="urn:microsoft.com/office/officeart/2005/8/layout/hierarchy2"/>
    <dgm:cxn modelId="{41A7BFED-F5DF-4426-BE05-52762942AB36}" type="presParOf" srcId="{42746A50-5A1A-44B8-A416-24327DEFB94E}" destId="{D842D5DB-CA62-41BC-BFCD-1A00B8080228}" srcOrd="0" destOrd="0" presId="urn:microsoft.com/office/officeart/2005/8/layout/hierarchy2"/>
    <dgm:cxn modelId="{B5AF29D3-D98B-4765-BC2F-48145355A33E}" type="presParOf" srcId="{42746A50-5A1A-44B8-A416-24327DEFB94E}" destId="{9692F71D-58DE-4CF3-8955-8EFE36291385}" srcOrd="1" destOrd="0" presId="urn:microsoft.com/office/officeart/2005/8/layout/hierarchy2"/>
    <dgm:cxn modelId="{CC483A30-6C21-4F3A-A694-A379A26010AA}" type="presParOf" srcId="{81D9EEB2-FD2E-4EF3-8FDD-06156E4F45D3}" destId="{A83240F2-CD6D-422F-8EB9-F2C902D7AA64}" srcOrd="2" destOrd="0" presId="urn:microsoft.com/office/officeart/2005/8/layout/hierarchy2"/>
    <dgm:cxn modelId="{F35D93CD-4BF0-4D23-9EBE-8C49E6DCC2D6}" type="presParOf" srcId="{A83240F2-CD6D-422F-8EB9-F2C902D7AA64}" destId="{74AABE9C-5135-4FF2-B8FF-D72EE0F24CE8}" srcOrd="0" destOrd="0" presId="urn:microsoft.com/office/officeart/2005/8/layout/hierarchy2"/>
    <dgm:cxn modelId="{4CB74FB6-69D1-40E9-9D34-A2DCCE206F64}" type="presParOf" srcId="{81D9EEB2-FD2E-4EF3-8FDD-06156E4F45D3}" destId="{96CDBFFB-3D56-4F7E-9C21-D4289C5EB1B6}" srcOrd="3" destOrd="0" presId="urn:microsoft.com/office/officeart/2005/8/layout/hierarchy2"/>
    <dgm:cxn modelId="{B5C50BCC-E98C-43F5-864B-B2ED55AF033C}" type="presParOf" srcId="{96CDBFFB-3D56-4F7E-9C21-D4289C5EB1B6}" destId="{DA20266C-3B10-4970-8DF1-CA4C36A549FC}" srcOrd="0" destOrd="0" presId="urn:microsoft.com/office/officeart/2005/8/layout/hierarchy2"/>
    <dgm:cxn modelId="{BF70EB46-532F-4475-A564-0EB773752C9F}" type="presParOf" srcId="{96CDBFFB-3D56-4F7E-9C21-D4289C5EB1B6}" destId="{93CBDD29-CF68-4D6D-940E-63C5E809BE91}" srcOrd="1" destOrd="0" presId="urn:microsoft.com/office/officeart/2005/8/layout/hierarchy2"/>
    <dgm:cxn modelId="{6F738356-8065-49FF-9E99-5D15132E1D83}" type="presParOf" srcId="{93CBDD29-CF68-4D6D-940E-63C5E809BE91}" destId="{2535BA34-4C99-4585-91BE-2028BC7E0D06}" srcOrd="0" destOrd="0" presId="urn:microsoft.com/office/officeart/2005/8/layout/hierarchy2"/>
    <dgm:cxn modelId="{449BA671-52C7-4DC1-AD1C-1976EEBD98C8}" type="presParOf" srcId="{2535BA34-4C99-4585-91BE-2028BC7E0D06}" destId="{63976C70-DAA2-4EF5-91A1-1787BFC40669}" srcOrd="0" destOrd="0" presId="urn:microsoft.com/office/officeart/2005/8/layout/hierarchy2"/>
    <dgm:cxn modelId="{1ED0E91C-608A-4AB8-A84D-27260641D6B3}" type="presParOf" srcId="{93CBDD29-CF68-4D6D-940E-63C5E809BE91}" destId="{638313CE-6DD4-4CC7-8D85-FFF4B1F62114}" srcOrd="1" destOrd="0" presId="urn:microsoft.com/office/officeart/2005/8/layout/hierarchy2"/>
    <dgm:cxn modelId="{E2F0057C-8A10-4A02-968D-A90F8E294B64}" type="presParOf" srcId="{638313CE-6DD4-4CC7-8D85-FFF4B1F62114}" destId="{B243D867-B6E9-4465-A940-CBC0A76B5BFE}" srcOrd="0" destOrd="0" presId="urn:microsoft.com/office/officeart/2005/8/layout/hierarchy2"/>
    <dgm:cxn modelId="{698AC80F-4936-4689-877D-0E55CDC5BEDC}" type="presParOf" srcId="{638313CE-6DD4-4CC7-8D85-FFF4B1F62114}" destId="{83606361-4D0B-4671-8F88-A9572A4CFCBC}" srcOrd="1" destOrd="0" presId="urn:microsoft.com/office/officeart/2005/8/layout/hierarchy2"/>
    <dgm:cxn modelId="{DD6B8612-8DAA-43F7-8264-A66B30D4A29C}" type="presParOf" srcId="{93CBDD29-CF68-4D6D-940E-63C5E809BE91}" destId="{CA6D2D21-A10D-4900-BC37-8F20BA1EFB7E}" srcOrd="2" destOrd="0" presId="urn:microsoft.com/office/officeart/2005/8/layout/hierarchy2"/>
    <dgm:cxn modelId="{08BACC10-5BED-4F1D-A903-2F8E7827422D}" type="presParOf" srcId="{CA6D2D21-A10D-4900-BC37-8F20BA1EFB7E}" destId="{393DCE3F-726C-4561-A7DF-36AD50EC3F2A}" srcOrd="0" destOrd="0" presId="urn:microsoft.com/office/officeart/2005/8/layout/hierarchy2"/>
    <dgm:cxn modelId="{957E1883-EC6A-4852-BA79-AFD1AD53BAF3}" type="presParOf" srcId="{93CBDD29-CF68-4D6D-940E-63C5E809BE91}" destId="{088DEE48-B940-4E4B-86CF-33CF89268213}" srcOrd="3" destOrd="0" presId="urn:microsoft.com/office/officeart/2005/8/layout/hierarchy2"/>
    <dgm:cxn modelId="{52DF94A9-DCC7-4A9D-9547-A46D72553AE4}" type="presParOf" srcId="{088DEE48-B940-4E4B-86CF-33CF89268213}" destId="{8FDFEE4A-2523-4DD1-9800-50FA1F1B8C84}" srcOrd="0" destOrd="0" presId="urn:microsoft.com/office/officeart/2005/8/layout/hierarchy2"/>
    <dgm:cxn modelId="{CDABC25B-5AC2-4CE6-9CCD-2C8E362EF62B}" type="presParOf" srcId="{088DEE48-B940-4E4B-86CF-33CF89268213}" destId="{6301CD80-B869-4D0F-8E7D-A42461FFE2B9}" srcOrd="1" destOrd="0" presId="urn:microsoft.com/office/officeart/2005/8/layout/hierarchy2"/>
    <dgm:cxn modelId="{363E6328-5EBA-4972-8D24-A49C33B0E923}" type="presParOf" srcId="{6301CD80-B869-4D0F-8E7D-A42461FFE2B9}" destId="{09C6B3D3-8BF2-4CE1-AA3F-706E7E3296AA}" srcOrd="0" destOrd="0" presId="urn:microsoft.com/office/officeart/2005/8/layout/hierarchy2"/>
    <dgm:cxn modelId="{63177C0D-6EC8-421A-B16A-47EF5BF4AEFF}" type="presParOf" srcId="{09C6B3D3-8BF2-4CE1-AA3F-706E7E3296AA}" destId="{040D1A26-811F-4E12-841D-13D8E76C1620}" srcOrd="0" destOrd="0" presId="urn:microsoft.com/office/officeart/2005/8/layout/hierarchy2"/>
    <dgm:cxn modelId="{88ECF428-CA17-4D5C-89D4-5134ECED2110}" type="presParOf" srcId="{6301CD80-B869-4D0F-8E7D-A42461FFE2B9}" destId="{DDB9C04E-63E2-41BD-88BB-8E0BE53A9532}" srcOrd="1" destOrd="0" presId="urn:microsoft.com/office/officeart/2005/8/layout/hierarchy2"/>
    <dgm:cxn modelId="{61D05E1B-47CB-4184-AD59-27571AFB2EBB}" type="presParOf" srcId="{DDB9C04E-63E2-41BD-88BB-8E0BE53A9532}" destId="{CAEDF81B-415D-49BB-A688-065BDEBACC22}" srcOrd="0" destOrd="0" presId="urn:microsoft.com/office/officeart/2005/8/layout/hierarchy2"/>
    <dgm:cxn modelId="{3B7F5235-C3C7-4909-9FBF-407C5452A455}" type="presParOf" srcId="{DDB9C04E-63E2-41BD-88BB-8E0BE53A9532}" destId="{B503C33D-34C0-4404-9C2C-DFBDD85C394F}" srcOrd="1" destOrd="0" presId="urn:microsoft.com/office/officeart/2005/8/layout/hierarchy2"/>
    <dgm:cxn modelId="{3E3FDE05-0134-48DB-B6ED-71D06A519522}" type="presParOf" srcId="{6301CD80-B869-4D0F-8E7D-A42461FFE2B9}" destId="{540EDF82-4CBC-47ED-9CD9-9F1509793A90}" srcOrd="2" destOrd="0" presId="urn:microsoft.com/office/officeart/2005/8/layout/hierarchy2"/>
    <dgm:cxn modelId="{0B5401C8-CA4E-41C4-AE20-795325E2EAFA}" type="presParOf" srcId="{540EDF82-4CBC-47ED-9CD9-9F1509793A90}" destId="{9077A62F-CF93-4098-B195-372D75C377A2}" srcOrd="0" destOrd="0" presId="urn:microsoft.com/office/officeart/2005/8/layout/hierarchy2"/>
    <dgm:cxn modelId="{F67F63C7-8C16-4BEB-89CB-2D45285B37EE}" type="presParOf" srcId="{6301CD80-B869-4D0F-8E7D-A42461FFE2B9}" destId="{65B11BF5-54F4-44F7-8B70-FC4CC5CAD949}" srcOrd="3" destOrd="0" presId="urn:microsoft.com/office/officeart/2005/8/layout/hierarchy2"/>
    <dgm:cxn modelId="{A0348C58-53FC-4200-83A8-EBD778DFF3BB}" type="presParOf" srcId="{65B11BF5-54F4-44F7-8B70-FC4CC5CAD949}" destId="{A28BDA0E-6855-4F80-AB15-DF456533161E}" srcOrd="0" destOrd="0" presId="urn:microsoft.com/office/officeart/2005/8/layout/hierarchy2"/>
    <dgm:cxn modelId="{0F0D8176-420A-4F74-AC1C-73303B96D3EA}" type="presParOf" srcId="{65B11BF5-54F4-44F7-8B70-FC4CC5CAD949}" destId="{7BECA7E6-9B0C-4768-AD79-24116A84F5D1}" srcOrd="1" destOrd="0" presId="urn:microsoft.com/office/officeart/2005/8/layout/hierarchy2"/>
    <dgm:cxn modelId="{2D134D7A-43E5-4421-A7F2-4CB4CF2FD1F6}" type="presParOf" srcId="{93CBDD29-CF68-4D6D-940E-63C5E809BE91}" destId="{AD1902E2-7F8E-416B-BDC3-7C8016B12100}" srcOrd="4" destOrd="0" presId="urn:microsoft.com/office/officeart/2005/8/layout/hierarchy2"/>
    <dgm:cxn modelId="{53BB0CF4-C0CF-4BE2-BFFB-6CBF02E25EBB}" type="presParOf" srcId="{AD1902E2-7F8E-416B-BDC3-7C8016B12100}" destId="{AD0D9D7C-9E65-4925-8906-F95D606DC585}" srcOrd="0" destOrd="0" presId="urn:microsoft.com/office/officeart/2005/8/layout/hierarchy2"/>
    <dgm:cxn modelId="{367C8B5B-D28B-451E-B2B3-0458B7082A0C}" type="presParOf" srcId="{93CBDD29-CF68-4D6D-940E-63C5E809BE91}" destId="{35196AED-CF1C-41C4-879A-AF522DF47F96}" srcOrd="5" destOrd="0" presId="urn:microsoft.com/office/officeart/2005/8/layout/hierarchy2"/>
    <dgm:cxn modelId="{8CCD74A9-C637-4D6A-B34B-A45ADD0A3E2B}" type="presParOf" srcId="{35196AED-CF1C-41C4-879A-AF522DF47F96}" destId="{53C9B469-E57B-40CF-9756-A0B7D01012EE}" srcOrd="0" destOrd="0" presId="urn:microsoft.com/office/officeart/2005/8/layout/hierarchy2"/>
    <dgm:cxn modelId="{98A1C823-9F04-40EB-B202-BDA334EA3AD0}" type="presParOf" srcId="{35196AED-CF1C-41C4-879A-AF522DF47F96}" destId="{7561539E-52A2-4B60-BC75-EDE262F35A41}" srcOrd="1" destOrd="0" presId="urn:microsoft.com/office/officeart/2005/8/layout/hierarchy2"/>
    <dgm:cxn modelId="{8BAE364F-498D-427A-BF46-173F09E4D2EE}" type="presParOf" srcId="{81D9EEB2-FD2E-4EF3-8FDD-06156E4F45D3}" destId="{1C5D39B7-43D2-4F8C-BA6F-082CEBB20577}" srcOrd="4" destOrd="0" presId="urn:microsoft.com/office/officeart/2005/8/layout/hierarchy2"/>
    <dgm:cxn modelId="{16068092-6FE9-4269-A5FF-9FF24F0D0309}" type="presParOf" srcId="{1C5D39B7-43D2-4F8C-BA6F-082CEBB20577}" destId="{776926E0-385C-47CD-B584-0D260F0454D9}" srcOrd="0" destOrd="0" presId="urn:microsoft.com/office/officeart/2005/8/layout/hierarchy2"/>
    <dgm:cxn modelId="{48A79AE3-14A8-4120-B80F-B2F3FE9E715D}" type="presParOf" srcId="{81D9EEB2-FD2E-4EF3-8FDD-06156E4F45D3}" destId="{8105A6A9-9F9B-42CC-B565-597FE31AE08C}" srcOrd="5" destOrd="0" presId="urn:microsoft.com/office/officeart/2005/8/layout/hierarchy2"/>
    <dgm:cxn modelId="{A4FA3473-D80E-4299-9594-5BA96B70FD9D}" type="presParOf" srcId="{8105A6A9-9F9B-42CC-B565-597FE31AE08C}" destId="{57529BA4-35A1-45EF-B977-569110D54B3A}" srcOrd="0" destOrd="0" presId="urn:microsoft.com/office/officeart/2005/8/layout/hierarchy2"/>
    <dgm:cxn modelId="{2741E959-F80E-45A7-A6B7-F54FA9C6D15A}" type="presParOf" srcId="{8105A6A9-9F9B-42CC-B565-597FE31AE08C}" destId="{F3FA54CF-0C3B-4C91-9F7B-2ACDDB7F098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18E68E-90F3-4503-B0A8-17290B532112}" type="doc">
      <dgm:prSet loTypeId="urn:microsoft.com/office/officeart/2005/8/layout/lProcess3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311F79A4-3323-44E1-BFD9-029ECAFCD9F2}">
      <dgm:prSet phldrT="[テキスト]"/>
      <dgm:spPr/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作図</a:t>
          </a:r>
        </a:p>
      </dgm:t>
    </dgm:pt>
    <dgm:pt modelId="{1D3AFB41-141B-4863-AE35-3C7ACAB20755}" type="parTrans" cxnId="{86A4BC78-E53F-4E8F-AA71-85E59622B4D7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E15733E9-7A13-47A5-94B7-975035E7726B}" type="sibTrans" cxnId="{86A4BC78-E53F-4E8F-AA71-85E59622B4D7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8EF6CA56-DF84-4C8E-813C-8631C85ECD23}">
      <dgm:prSet phldrT="[テキスト]" custT="1"/>
      <dgm:spPr/>
      <dgm:t>
        <a:bodyPr/>
        <a:lstStyle/>
        <a:p>
          <a:r>
            <a:rPr kumimoji="1" lang="ja-JP" altLang="en-US" sz="20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境界条件考慮</a:t>
          </a:r>
          <a:endParaRPr kumimoji="1" lang="en-US" altLang="ja-JP" sz="20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r>
            <a:rPr kumimoji="1" lang="ja-JP" altLang="en-US" sz="2000" dirty="0">
              <a:solidFill>
                <a:srgbClr val="0070C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節</a:t>
          </a:r>
          <a:r>
            <a:rPr kumimoji="1" lang="en-US" altLang="ja-JP" sz="20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-</a:t>
          </a:r>
          <a:r>
            <a:rPr kumimoji="1" lang="ja-JP" altLang="en-US" sz="2000" dirty="0">
              <a:solidFill>
                <a:srgbClr val="0070C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節 </a:t>
          </a:r>
          <a:endParaRPr kumimoji="1" lang="en-US" altLang="ja-JP" sz="2000" dirty="0">
            <a:solidFill>
              <a:srgbClr val="0070C0"/>
            </a:solidFill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r>
            <a:rPr kumimoji="1" lang="ja-JP" altLang="en-US" sz="2000" dirty="0">
              <a:solidFill>
                <a:srgbClr val="0070C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節</a:t>
          </a:r>
          <a:r>
            <a:rPr kumimoji="1" lang="en-US" altLang="ja-JP" sz="20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-</a:t>
          </a:r>
          <a:r>
            <a:rPr kumimoji="1" lang="ja-JP" altLang="en-US" sz="2000" dirty="0">
              <a:solidFill>
                <a:schemeClr val="accent2">
                  <a:lumMod val="75000"/>
                </a:schemeClr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腹　腹</a:t>
          </a:r>
          <a:r>
            <a:rPr kumimoji="1" lang="en-US" altLang="ja-JP" sz="20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-</a:t>
          </a:r>
          <a:r>
            <a:rPr kumimoji="1" lang="ja-JP" altLang="en-US" sz="2000" dirty="0">
              <a:solidFill>
                <a:schemeClr val="accent2">
                  <a:lumMod val="75000"/>
                </a:schemeClr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腹</a:t>
          </a:r>
          <a:r>
            <a:rPr kumimoji="1" lang="ja-JP" altLang="en-US" sz="20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　</a:t>
          </a:r>
        </a:p>
      </dgm:t>
    </dgm:pt>
    <dgm:pt modelId="{8A83A445-82EE-4D70-B7A1-1BA333A57146}" type="parTrans" cxnId="{C55D2DB1-10F1-48B2-9F4A-B67A0D9F8BF9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A5357085-AF67-466F-A8B8-8A5516CB6210}" type="sibTrans" cxnId="{C55D2DB1-10F1-48B2-9F4A-B67A0D9F8BF9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0059266F-B442-4819-A4DB-64352EADD7F9}">
      <dgm:prSet phldrT="[テキスト]"/>
      <dgm:spPr/>
      <dgm:t>
        <a:bodyPr/>
        <a:lstStyle/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振動数が最小</a:t>
          </a:r>
          <a:endParaRPr kumimoji="1" lang="en-US" altLang="ja-JP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：波長が最大</a:t>
          </a:r>
          <a:endParaRPr kumimoji="1" lang="en-US" altLang="ja-JP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の振動から順に作図</a:t>
          </a:r>
          <a:endParaRPr kumimoji="1" lang="en-US" altLang="ja-JP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4350EA19-AB0D-462F-BD37-918634BB4E8B}" type="parTrans" cxnId="{33CB632B-8382-467D-80B5-DF5BEE37D2B2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BD2D65E0-8E91-45FF-8A42-2C554E0B3FC2}" type="sibTrans" cxnId="{33CB632B-8382-467D-80B5-DF5BEE37D2B2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2FF47F55-1FE8-4CFB-B2E5-42C626672258}">
      <dgm:prSet phldrT="[テキスト]"/>
      <dgm:spPr/>
      <dgm:t>
        <a:bodyPr/>
        <a:lstStyle/>
        <a:p>
          <a:r>
            <a:rPr kumimoji="1" lang="en-US" altLang="ja-JP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L</a:t>
          </a:r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と</a:t>
          </a:r>
          <a:r>
            <a:rPr kumimoji="1" lang="en-US" altLang="ja-JP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λ</a:t>
          </a:r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の</a:t>
          </a:r>
          <a:endParaRPr kumimoji="1" lang="en-US" altLang="ja-JP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r>
            <a:rPr kumimoji="1" lang="ja-JP" altLang="en-US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対応</a:t>
          </a:r>
        </a:p>
      </dgm:t>
    </dgm:pt>
    <dgm:pt modelId="{DA755A7D-3D16-4A64-8071-CD1E6C7FA24F}" type="parTrans" cxnId="{725551F3-9B64-4567-BA8C-DABF221D07F0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028EB3DD-FA02-4736-9395-11BEBB65575B}" type="sibTrans" cxnId="{725551F3-9B64-4567-BA8C-DABF221D07F0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39E70C8D-E049-42A6-8564-4DBB6A65A729}">
      <dgm:prSet phldrT="[テキスト]" phldr="0" custT="1"/>
      <dgm:spPr/>
      <dgm:t>
        <a:bodyPr/>
        <a:lstStyle/>
        <a:p>
          <a:r>
            <a:rPr kumimoji="1" lang="en-US" altLang="ja-JP" sz="24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L=</a:t>
          </a:r>
          <a:r>
            <a:rPr kumimoji="1" lang="ja-JP" altLang="en-US" sz="24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〇</a:t>
          </a:r>
          <a:r>
            <a:rPr kumimoji="1" lang="en-US" altLang="ja-JP" sz="24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×λ/2</a:t>
          </a:r>
        </a:p>
        <a:p>
          <a:r>
            <a:rPr kumimoji="1" lang="en-US" altLang="ja-JP" sz="24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L=</a:t>
          </a:r>
          <a:r>
            <a:rPr kumimoji="1" lang="ja-JP" altLang="en-US" sz="24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△</a:t>
          </a:r>
          <a:r>
            <a:rPr kumimoji="1" lang="en-US" altLang="ja-JP" sz="24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×λ/4</a:t>
          </a:r>
          <a:endParaRPr kumimoji="1" lang="ja-JP" altLang="en-US" sz="24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C0EA04F4-C68D-499C-BF6D-2B3B6AB06C57}" type="parTrans" cxnId="{A12E6276-7F8F-4610-A07B-3C8D4A8DAF80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D62EDCE9-B26E-43BD-A955-E8D0F7933889}" type="sibTrans" cxnId="{A12E6276-7F8F-4610-A07B-3C8D4A8DAF80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7AF84FF2-832A-47C2-986C-CEC6D4CE48F1}">
      <dgm:prSet phldrT="[テキスト]" custT="1"/>
      <dgm:spPr/>
      <dgm:t>
        <a:bodyPr/>
        <a:lstStyle/>
        <a:p>
          <a:r>
            <a:rPr kumimoji="1"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λ=</a:t>
          </a:r>
          <a:r>
            <a:rPr kumimoji="1" lang="ja-JP" altLang="en-US" sz="3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□</a:t>
          </a:r>
          <a:r>
            <a:rPr kumimoji="1"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L</a:t>
          </a:r>
          <a:endParaRPr kumimoji="1" lang="ja-JP" altLang="en-US" sz="3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FCB5E97A-F893-4C50-9E9C-1568C24E7741}" type="parTrans" cxnId="{60A5568C-9CAD-48F1-9425-55736BB57A4C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308C7A14-C4A1-4461-A701-D621D6DEB87D}" type="sibTrans" cxnId="{60A5568C-9CAD-48F1-9425-55736BB57A4C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9DD72865-1A72-4ABF-AAA6-C3046921FA9F}">
      <dgm:prSet phldrT="[テキスト]" phldr="0"/>
      <dgm:spPr/>
      <dgm:t>
        <a:bodyPr/>
        <a:lstStyle/>
        <a:p>
          <a:r>
            <a:rPr kumimoji="1" lang="en-US" altLang="ja-JP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v=</a:t>
          </a:r>
          <a:r>
            <a:rPr kumimoji="1" lang="en-US" altLang="ja-JP" dirty="0" err="1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fλ</a:t>
          </a:r>
          <a:endParaRPr kumimoji="1" lang="ja-JP" altLang="en-US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972BFA20-D879-4AF7-A9E3-D1DFCE80474C}" type="parTrans" cxnId="{38112DA5-AD8E-4C1A-8074-AAF378BA3977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1BD3A1C0-6DFB-458D-AB3C-421BB5C1761C}" type="sibTrans" cxnId="{38112DA5-AD8E-4C1A-8074-AAF378BA3977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EB6194A6-5C95-4A33-B1F5-35474D0A4828}">
      <dgm:prSet phldrT="[テキスト]" phldr="0" custT="1"/>
      <dgm:spPr/>
      <dgm:t>
        <a:bodyPr/>
        <a:lstStyle/>
        <a:p>
          <a:r>
            <a:rPr kumimoji="1" lang="en-US" altLang="ja-JP" sz="3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f = v/λ</a:t>
          </a:r>
          <a:endParaRPr kumimoji="1" lang="ja-JP" altLang="en-US" sz="3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058D9F5D-1939-45C2-AADB-18A9C848F72C}" type="parTrans" cxnId="{C39E3782-8A22-43BA-9F83-572EEB1026ED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DAA14BBF-90B7-465A-9287-9E5BF59582A4}" type="sibTrans" cxnId="{C39E3782-8A22-43BA-9F83-572EEB1026ED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5B51E109-392E-44FB-BB2B-0A87EABB096E}">
      <dgm:prSet phldrT="[テキスト]" custT="1"/>
      <dgm:spPr/>
      <dgm:t>
        <a:bodyPr/>
        <a:lstStyle/>
        <a:p>
          <a:r>
            <a:rPr kumimoji="1" lang="ja-JP" altLang="en-US" sz="20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残りの</a:t>
          </a:r>
          <a:endParaRPr kumimoji="1" lang="en-US" altLang="ja-JP" sz="20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r>
            <a:rPr kumimoji="1" lang="ja-JP" altLang="en-US" sz="20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物理量が求まる</a:t>
          </a:r>
        </a:p>
      </dgm:t>
    </dgm:pt>
    <dgm:pt modelId="{A8B42B67-48FB-4C03-91F4-54C61E3CE427}" type="parTrans" cxnId="{9026F1C0-9FDD-4904-8E82-E01E0AE79DFC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A792C88A-DBEA-4B74-AB22-43449DAD812A}" type="sibTrans" cxnId="{9026F1C0-9FDD-4904-8E82-E01E0AE79DFC}">
      <dgm:prSet/>
      <dgm:spPr/>
      <dgm:t>
        <a:bodyPr/>
        <a:lstStyle/>
        <a:p>
          <a:endParaRPr kumimoji="1" lang="ja-JP" altLang="en-US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gm:t>
    </dgm:pt>
    <dgm:pt modelId="{1128B7BB-91C6-46AA-9733-A0A7AFFF30F7}" type="pres">
      <dgm:prSet presAssocID="{1A18E68E-90F3-4503-B0A8-17290B53211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E5D4A974-A569-46DB-8C93-069DEAC7D5E8}" type="pres">
      <dgm:prSet presAssocID="{311F79A4-3323-44E1-BFD9-029ECAFCD9F2}" presName="horFlow" presStyleCnt="0"/>
      <dgm:spPr/>
    </dgm:pt>
    <dgm:pt modelId="{A45A0B08-4972-4E20-A54E-765036A572AB}" type="pres">
      <dgm:prSet presAssocID="{311F79A4-3323-44E1-BFD9-029ECAFCD9F2}" presName="bigChev" presStyleLbl="node1" presStyleIdx="0" presStyleCnt="3"/>
      <dgm:spPr/>
    </dgm:pt>
    <dgm:pt modelId="{E584591D-1B6E-4A97-9A3F-447CDA8CDFBC}" type="pres">
      <dgm:prSet presAssocID="{8A83A445-82EE-4D70-B7A1-1BA333A57146}" presName="parTrans" presStyleCnt="0"/>
      <dgm:spPr/>
    </dgm:pt>
    <dgm:pt modelId="{22ED481B-EDD6-4D52-8DCF-6172AE0DE0BA}" type="pres">
      <dgm:prSet presAssocID="{8EF6CA56-DF84-4C8E-813C-8631C85ECD23}" presName="node" presStyleLbl="alignAccFollowNode1" presStyleIdx="0" presStyleCnt="6">
        <dgm:presLayoutVars>
          <dgm:bulletEnabled val="1"/>
        </dgm:presLayoutVars>
      </dgm:prSet>
      <dgm:spPr/>
    </dgm:pt>
    <dgm:pt modelId="{A7E685D7-0246-456D-BD1B-C952C1C2B720}" type="pres">
      <dgm:prSet presAssocID="{A5357085-AF67-466F-A8B8-8A5516CB6210}" presName="sibTrans" presStyleCnt="0"/>
      <dgm:spPr/>
    </dgm:pt>
    <dgm:pt modelId="{577C608D-2C0A-4F83-BCBB-21BC715B6EA6}" type="pres">
      <dgm:prSet presAssocID="{0059266F-B442-4819-A4DB-64352EADD7F9}" presName="node" presStyleLbl="alignAccFollowNode1" presStyleIdx="1" presStyleCnt="6">
        <dgm:presLayoutVars>
          <dgm:bulletEnabled val="1"/>
        </dgm:presLayoutVars>
      </dgm:prSet>
      <dgm:spPr/>
    </dgm:pt>
    <dgm:pt modelId="{D36F351F-9736-4E7A-A443-B89F818C0B30}" type="pres">
      <dgm:prSet presAssocID="{311F79A4-3323-44E1-BFD9-029ECAFCD9F2}" presName="vSp" presStyleCnt="0"/>
      <dgm:spPr/>
    </dgm:pt>
    <dgm:pt modelId="{ED7DFF6F-1A7D-436B-90A4-C8D4FC00A25B}" type="pres">
      <dgm:prSet presAssocID="{2FF47F55-1FE8-4CFB-B2E5-42C626672258}" presName="horFlow" presStyleCnt="0"/>
      <dgm:spPr/>
    </dgm:pt>
    <dgm:pt modelId="{E23DE2C2-0A2D-43E3-BABD-6661EE851ED0}" type="pres">
      <dgm:prSet presAssocID="{2FF47F55-1FE8-4CFB-B2E5-42C626672258}" presName="bigChev" presStyleLbl="node1" presStyleIdx="1" presStyleCnt="3"/>
      <dgm:spPr/>
    </dgm:pt>
    <dgm:pt modelId="{25ED8AAA-7DA3-4E77-9A0D-28F5D2C01B37}" type="pres">
      <dgm:prSet presAssocID="{C0EA04F4-C68D-499C-BF6D-2B3B6AB06C57}" presName="parTrans" presStyleCnt="0"/>
      <dgm:spPr/>
    </dgm:pt>
    <dgm:pt modelId="{16345756-4CBD-4DD9-BFB3-75C75A03180E}" type="pres">
      <dgm:prSet presAssocID="{39E70C8D-E049-42A6-8564-4DBB6A65A729}" presName="node" presStyleLbl="alignAccFollowNode1" presStyleIdx="2" presStyleCnt="6">
        <dgm:presLayoutVars>
          <dgm:bulletEnabled val="1"/>
        </dgm:presLayoutVars>
      </dgm:prSet>
      <dgm:spPr/>
    </dgm:pt>
    <dgm:pt modelId="{48420F8A-E646-4F9A-B992-B1E09C53B46C}" type="pres">
      <dgm:prSet presAssocID="{D62EDCE9-B26E-43BD-A955-E8D0F7933889}" presName="sibTrans" presStyleCnt="0"/>
      <dgm:spPr/>
    </dgm:pt>
    <dgm:pt modelId="{BF569EC4-C7F0-4E4A-B66D-1CCAB7D7FD94}" type="pres">
      <dgm:prSet presAssocID="{7AF84FF2-832A-47C2-986C-CEC6D4CE48F1}" presName="node" presStyleLbl="alignAccFollowNode1" presStyleIdx="3" presStyleCnt="6">
        <dgm:presLayoutVars>
          <dgm:bulletEnabled val="1"/>
        </dgm:presLayoutVars>
      </dgm:prSet>
      <dgm:spPr/>
    </dgm:pt>
    <dgm:pt modelId="{3C7AA1EB-961A-4A81-B1FB-D4406B126B9E}" type="pres">
      <dgm:prSet presAssocID="{2FF47F55-1FE8-4CFB-B2E5-42C626672258}" presName="vSp" presStyleCnt="0"/>
      <dgm:spPr/>
    </dgm:pt>
    <dgm:pt modelId="{37B3D17A-07BD-4D15-B97C-EC2B1B72054A}" type="pres">
      <dgm:prSet presAssocID="{9DD72865-1A72-4ABF-AAA6-C3046921FA9F}" presName="horFlow" presStyleCnt="0"/>
      <dgm:spPr/>
    </dgm:pt>
    <dgm:pt modelId="{543240A0-57EE-4F66-B40F-45435764E6E1}" type="pres">
      <dgm:prSet presAssocID="{9DD72865-1A72-4ABF-AAA6-C3046921FA9F}" presName="bigChev" presStyleLbl="node1" presStyleIdx="2" presStyleCnt="3"/>
      <dgm:spPr/>
    </dgm:pt>
    <dgm:pt modelId="{E52F2E69-8356-41E2-9ABB-B736CCD62283}" type="pres">
      <dgm:prSet presAssocID="{058D9F5D-1939-45C2-AADB-18A9C848F72C}" presName="parTrans" presStyleCnt="0"/>
      <dgm:spPr/>
    </dgm:pt>
    <dgm:pt modelId="{B47511C8-FD24-43F0-85A6-5915F62EFD9B}" type="pres">
      <dgm:prSet presAssocID="{EB6194A6-5C95-4A33-B1F5-35474D0A4828}" presName="node" presStyleLbl="alignAccFollowNode1" presStyleIdx="4" presStyleCnt="6">
        <dgm:presLayoutVars>
          <dgm:bulletEnabled val="1"/>
        </dgm:presLayoutVars>
      </dgm:prSet>
      <dgm:spPr/>
    </dgm:pt>
    <dgm:pt modelId="{6070E59B-3D10-47A2-9DCD-2C80C5E55413}" type="pres">
      <dgm:prSet presAssocID="{DAA14BBF-90B7-465A-9287-9E5BF59582A4}" presName="sibTrans" presStyleCnt="0"/>
      <dgm:spPr/>
    </dgm:pt>
    <dgm:pt modelId="{4B897174-5833-4931-B84D-B096C1394032}" type="pres">
      <dgm:prSet presAssocID="{5B51E109-392E-44FB-BB2B-0A87EABB096E}" presName="node" presStyleLbl="alignAccFollowNode1" presStyleIdx="5" presStyleCnt="6">
        <dgm:presLayoutVars>
          <dgm:bulletEnabled val="1"/>
        </dgm:presLayoutVars>
      </dgm:prSet>
      <dgm:spPr/>
    </dgm:pt>
  </dgm:ptLst>
  <dgm:cxnLst>
    <dgm:cxn modelId="{30AA7A02-CFE1-4A99-8E5A-B5F337F4FAE9}" type="presOf" srcId="{311F79A4-3323-44E1-BFD9-029ECAFCD9F2}" destId="{A45A0B08-4972-4E20-A54E-765036A572AB}" srcOrd="0" destOrd="0" presId="urn:microsoft.com/office/officeart/2005/8/layout/lProcess3"/>
    <dgm:cxn modelId="{19CD130B-FFE7-4510-92F2-BEF3DCF90C10}" type="presOf" srcId="{9DD72865-1A72-4ABF-AAA6-C3046921FA9F}" destId="{543240A0-57EE-4F66-B40F-45435764E6E1}" srcOrd="0" destOrd="0" presId="urn:microsoft.com/office/officeart/2005/8/layout/lProcess3"/>
    <dgm:cxn modelId="{E17EDA1F-5840-4F1B-A6AB-E55B540979C6}" type="presOf" srcId="{0059266F-B442-4819-A4DB-64352EADD7F9}" destId="{577C608D-2C0A-4F83-BCBB-21BC715B6EA6}" srcOrd="0" destOrd="0" presId="urn:microsoft.com/office/officeart/2005/8/layout/lProcess3"/>
    <dgm:cxn modelId="{33CB632B-8382-467D-80B5-DF5BEE37D2B2}" srcId="{311F79A4-3323-44E1-BFD9-029ECAFCD9F2}" destId="{0059266F-B442-4819-A4DB-64352EADD7F9}" srcOrd="1" destOrd="0" parTransId="{4350EA19-AB0D-462F-BD37-918634BB4E8B}" sibTransId="{BD2D65E0-8E91-45FF-8A42-2C554E0B3FC2}"/>
    <dgm:cxn modelId="{110C496B-F580-4EE1-9CAD-F4C97BCD81B8}" type="presOf" srcId="{2FF47F55-1FE8-4CFB-B2E5-42C626672258}" destId="{E23DE2C2-0A2D-43E3-BABD-6661EE851ED0}" srcOrd="0" destOrd="0" presId="urn:microsoft.com/office/officeart/2005/8/layout/lProcess3"/>
    <dgm:cxn modelId="{6485C96E-D85D-4D8B-BED4-0869B3FE2E0E}" type="presOf" srcId="{39E70C8D-E049-42A6-8564-4DBB6A65A729}" destId="{16345756-4CBD-4DD9-BFB3-75C75A03180E}" srcOrd="0" destOrd="0" presId="urn:microsoft.com/office/officeart/2005/8/layout/lProcess3"/>
    <dgm:cxn modelId="{C90DD96E-974F-4462-8943-C843E24CF8AA}" type="presOf" srcId="{8EF6CA56-DF84-4C8E-813C-8631C85ECD23}" destId="{22ED481B-EDD6-4D52-8DCF-6172AE0DE0BA}" srcOrd="0" destOrd="0" presId="urn:microsoft.com/office/officeart/2005/8/layout/lProcess3"/>
    <dgm:cxn modelId="{A12E6276-7F8F-4610-A07B-3C8D4A8DAF80}" srcId="{2FF47F55-1FE8-4CFB-B2E5-42C626672258}" destId="{39E70C8D-E049-42A6-8564-4DBB6A65A729}" srcOrd="0" destOrd="0" parTransId="{C0EA04F4-C68D-499C-BF6D-2B3B6AB06C57}" sibTransId="{D62EDCE9-B26E-43BD-A955-E8D0F7933889}"/>
    <dgm:cxn modelId="{86A4BC78-E53F-4E8F-AA71-85E59622B4D7}" srcId="{1A18E68E-90F3-4503-B0A8-17290B532112}" destId="{311F79A4-3323-44E1-BFD9-029ECAFCD9F2}" srcOrd="0" destOrd="0" parTransId="{1D3AFB41-141B-4863-AE35-3C7ACAB20755}" sibTransId="{E15733E9-7A13-47A5-94B7-975035E7726B}"/>
    <dgm:cxn modelId="{C39E3782-8A22-43BA-9F83-572EEB1026ED}" srcId="{9DD72865-1A72-4ABF-AAA6-C3046921FA9F}" destId="{EB6194A6-5C95-4A33-B1F5-35474D0A4828}" srcOrd="0" destOrd="0" parTransId="{058D9F5D-1939-45C2-AADB-18A9C848F72C}" sibTransId="{DAA14BBF-90B7-465A-9287-9E5BF59582A4}"/>
    <dgm:cxn modelId="{60A5568C-9CAD-48F1-9425-55736BB57A4C}" srcId="{2FF47F55-1FE8-4CFB-B2E5-42C626672258}" destId="{7AF84FF2-832A-47C2-986C-CEC6D4CE48F1}" srcOrd="1" destOrd="0" parTransId="{FCB5E97A-F893-4C50-9E9C-1568C24E7741}" sibTransId="{308C7A14-C4A1-4461-A701-D621D6DEB87D}"/>
    <dgm:cxn modelId="{72F947A2-EBBB-439F-80B5-BAECD4C97E28}" type="presOf" srcId="{5B51E109-392E-44FB-BB2B-0A87EABB096E}" destId="{4B897174-5833-4931-B84D-B096C1394032}" srcOrd="0" destOrd="0" presId="urn:microsoft.com/office/officeart/2005/8/layout/lProcess3"/>
    <dgm:cxn modelId="{38112DA5-AD8E-4C1A-8074-AAF378BA3977}" srcId="{1A18E68E-90F3-4503-B0A8-17290B532112}" destId="{9DD72865-1A72-4ABF-AAA6-C3046921FA9F}" srcOrd="2" destOrd="0" parTransId="{972BFA20-D879-4AF7-A9E3-D1DFCE80474C}" sibTransId="{1BD3A1C0-6DFB-458D-AB3C-421BB5C1761C}"/>
    <dgm:cxn modelId="{C55D2DB1-10F1-48B2-9F4A-B67A0D9F8BF9}" srcId="{311F79A4-3323-44E1-BFD9-029ECAFCD9F2}" destId="{8EF6CA56-DF84-4C8E-813C-8631C85ECD23}" srcOrd="0" destOrd="0" parTransId="{8A83A445-82EE-4D70-B7A1-1BA333A57146}" sibTransId="{A5357085-AF67-466F-A8B8-8A5516CB6210}"/>
    <dgm:cxn modelId="{917C84B9-2E6F-4E5C-BF10-B69072384295}" type="presOf" srcId="{7AF84FF2-832A-47C2-986C-CEC6D4CE48F1}" destId="{BF569EC4-C7F0-4E4A-B66D-1CCAB7D7FD94}" srcOrd="0" destOrd="0" presId="urn:microsoft.com/office/officeart/2005/8/layout/lProcess3"/>
    <dgm:cxn modelId="{9026F1C0-9FDD-4904-8E82-E01E0AE79DFC}" srcId="{9DD72865-1A72-4ABF-AAA6-C3046921FA9F}" destId="{5B51E109-392E-44FB-BB2B-0A87EABB096E}" srcOrd="1" destOrd="0" parTransId="{A8B42B67-48FB-4C03-91F4-54C61E3CE427}" sibTransId="{A792C88A-DBEA-4B74-AB22-43449DAD812A}"/>
    <dgm:cxn modelId="{678BC6C1-9B4F-4774-A262-FBCEF08F48E6}" type="presOf" srcId="{1A18E68E-90F3-4503-B0A8-17290B532112}" destId="{1128B7BB-91C6-46AA-9733-A0A7AFFF30F7}" srcOrd="0" destOrd="0" presId="urn:microsoft.com/office/officeart/2005/8/layout/lProcess3"/>
    <dgm:cxn modelId="{9284D4DD-B098-45F9-8559-4BC3EA6C7F6C}" type="presOf" srcId="{EB6194A6-5C95-4A33-B1F5-35474D0A4828}" destId="{B47511C8-FD24-43F0-85A6-5915F62EFD9B}" srcOrd="0" destOrd="0" presId="urn:microsoft.com/office/officeart/2005/8/layout/lProcess3"/>
    <dgm:cxn modelId="{725551F3-9B64-4567-BA8C-DABF221D07F0}" srcId="{1A18E68E-90F3-4503-B0A8-17290B532112}" destId="{2FF47F55-1FE8-4CFB-B2E5-42C626672258}" srcOrd="1" destOrd="0" parTransId="{DA755A7D-3D16-4A64-8071-CD1E6C7FA24F}" sibTransId="{028EB3DD-FA02-4736-9395-11BEBB65575B}"/>
    <dgm:cxn modelId="{73556E28-70CE-449C-90A3-DAF73F961669}" type="presParOf" srcId="{1128B7BB-91C6-46AA-9733-A0A7AFFF30F7}" destId="{E5D4A974-A569-46DB-8C93-069DEAC7D5E8}" srcOrd="0" destOrd="0" presId="urn:microsoft.com/office/officeart/2005/8/layout/lProcess3"/>
    <dgm:cxn modelId="{497CC2A6-DE0D-4E1D-B2B1-CC49D9508D14}" type="presParOf" srcId="{E5D4A974-A569-46DB-8C93-069DEAC7D5E8}" destId="{A45A0B08-4972-4E20-A54E-765036A572AB}" srcOrd="0" destOrd="0" presId="urn:microsoft.com/office/officeart/2005/8/layout/lProcess3"/>
    <dgm:cxn modelId="{81534593-DEA8-4134-AA36-0012BEA91027}" type="presParOf" srcId="{E5D4A974-A569-46DB-8C93-069DEAC7D5E8}" destId="{E584591D-1B6E-4A97-9A3F-447CDA8CDFBC}" srcOrd="1" destOrd="0" presId="urn:microsoft.com/office/officeart/2005/8/layout/lProcess3"/>
    <dgm:cxn modelId="{B1B98917-106F-4356-BE39-1888A79AE6EF}" type="presParOf" srcId="{E5D4A974-A569-46DB-8C93-069DEAC7D5E8}" destId="{22ED481B-EDD6-4D52-8DCF-6172AE0DE0BA}" srcOrd="2" destOrd="0" presId="urn:microsoft.com/office/officeart/2005/8/layout/lProcess3"/>
    <dgm:cxn modelId="{D9743C20-BEF1-4AEB-BD0E-0FAC77FB3F02}" type="presParOf" srcId="{E5D4A974-A569-46DB-8C93-069DEAC7D5E8}" destId="{A7E685D7-0246-456D-BD1B-C952C1C2B720}" srcOrd="3" destOrd="0" presId="urn:microsoft.com/office/officeart/2005/8/layout/lProcess3"/>
    <dgm:cxn modelId="{12104BDB-C51C-4F28-BA11-8115049F4674}" type="presParOf" srcId="{E5D4A974-A569-46DB-8C93-069DEAC7D5E8}" destId="{577C608D-2C0A-4F83-BCBB-21BC715B6EA6}" srcOrd="4" destOrd="0" presId="urn:microsoft.com/office/officeart/2005/8/layout/lProcess3"/>
    <dgm:cxn modelId="{645B330A-6ACD-455A-90DD-B47AA5C3D273}" type="presParOf" srcId="{1128B7BB-91C6-46AA-9733-A0A7AFFF30F7}" destId="{D36F351F-9736-4E7A-A443-B89F818C0B30}" srcOrd="1" destOrd="0" presId="urn:microsoft.com/office/officeart/2005/8/layout/lProcess3"/>
    <dgm:cxn modelId="{22B3AF04-52E4-4743-8EC0-63BC6A5AD82B}" type="presParOf" srcId="{1128B7BB-91C6-46AA-9733-A0A7AFFF30F7}" destId="{ED7DFF6F-1A7D-436B-90A4-C8D4FC00A25B}" srcOrd="2" destOrd="0" presId="urn:microsoft.com/office/officeart/2005/8/layout/lProcess3"/>
    <dgm:cxn modelId="{FC97B2B0-E2A6-45FE-975D-DD01226E5EC4}" type="presParOf" srcId="{ED7DFF6F-1A7D-436B-90A4-C8D4FC00A25B}" destId="{E23DE2C2-0A2D-43E3-BABD-6661EE851ED0}" srcOrd="0" destOrd="0" presId="urn:microsoft.com/office/officeart/2005/8/layout/lProcess3"/>
    <dgm:cxn modelId="{B5D3A847-2C8B-48B8-B177-8CEAECD73BA9}" type="presParOf" srcId="{ED7DFF6F-1A7D-436B-90A4-C8D4FC00A25B}" destId="{25ED8AAA-7DA3-4E77-9A0D-28F5D2C01B37}" srcOrd="1" destOrd="0" presId="urn:microsoft.com/office/officeart/2005/8/layout/lProcess3"/>
    <dgm:cxn modelId="{35829BB9-697C-4908-B283-9BA632334469}" type="presParOf" srcId="{ED7DFF6F-1A7D-436B-90A4-C8D4FC00A25B}" destId="{16345756-4CBD-4DD9-BFB3-75C75A03180E}" srcOrd="2" destOrd="0" presId="urn:microsoft.com/office/officeart/2005/8/layout/lProcess3"/>
    <dgm:cxn modelId="{594FD311-681E-4F88-AA1A-8BA6FDE4C8F9}" type="presParOf" srcId="{ED7DFF6F-1A7D-436B-90A4-C8D4FC00A25B}" destId="{48420F8A-E646-4F9A-B992-B1E09C53B46C}" srcOrd="3" destOrd="0" presId="urn:microsoft.com/office/officeart/2005/8/layout/lProcess3"/>
    <dgm:cxn modelId="{62E8F880-B929-4014-B99D-FA50A0F83FDE}" type="presParOf" srcId="{ED7DFF6F-1A7D-436B-90A4-C8D4FC00A25B}" destId="{BF569EC4-C7F0-4E4A-B66D-1CCAB7D7FD94}" srcOrd="4" destOrd="0" presId="urn:microsoft.com/office/officeart/2005/8/layout/lProcess3"/>
    <dgm:cxn modelId="{63F0FDA2-C225-42A5-B8D0-00F324597A5E}" type="presParOf" srcId="{1128B7BB-91C6-46AA-9733-A0A7AFFF30F7}" destId="{3C7AA1EB-961A-4A81-B1FB-D4406B126B9E}" srcOrd="3" destOrd="0" presId="urn:microsoft.com/office/officeart/2005/8/layout/lProcess3"/>
    <dgm:cxn modelId="{017EA8E1-E4D3-4A57-8327-1381734FBE16}" type="presParOf" srcId="{1128B7BB-91C6-46AA-9733-A0A7AFFF30F7}" destId="{37B3D17A-07BD-4D15-B97C-EC2B1B72054A}" srcOrd="4" destOrd="0" presId="urn:microsoft.com/office/officeart/2005/8/layout/lProcess3"/>
    <dgm:cxn modelId="{6EEF1F7E-99AD-4D97-BE41-63F8437CF84A}" type="presParOf" srcId="{37B3D17A-07BD-4D15-B97C-EC2B1B72054A}" destId="{543240A0-57EE-4F66-B40F-45435764E6E1}" srcOrd="0" destOrd="0" presId="urn:microsoft.com/office/officeart/2005/8/layout/lProcess3"/>
    <dgm:cxn modelId="{40223965-274E-46D7-A4B6-1CCD09E958B0}" type="presParOf" srcId="{37B3D17A-07BD-4D15-B97C-EC2B1B72054A}" destId="{E52F2E69-8356-41E2-9ABB-B736CCD62283}" srcOrd="1" destOrd="0" presId="urn:microsoft.com/office/officeart/2005/8/layout/lProcess3"/>
    <dgm:cxn modelId="{74F40425-EFED-4FAC-BF2D-FE1393A7C5CB}" type="presParOf" srcId="{37B3D17A-07BD-4D15-B97C-EC2B1B72054A}" destId="{B47511C8-FD24-43F0-85A6-5915F62EFD9B}" srcOrd="2" destOrd="0" presId="urn:microsoft.com/office/officeart/2005/8/layout/lProcess3"/>
    <dgm:cxn modelId="{6437EFFA-DF18-488C-AB4B-BF1D87A76BCA}" type="presParOf" srcId="{37B3D17A-07BD-4D15-B97C-EC2B1B72054A}" destId="{6070E59B-3D10-47A2-9DCD-2C80C5E55413}" srcOrd="3" destOrd="0" presId="urn:microsoft.com/office/officeart/2005/8/layout/lProcess3"/>
    <dgm:cxn modelId="{4E8814B0-2568-4E30-8819-F161C5184998}" type="presParOf" srcId="{37B3D17A-07BD-4D15-B97C-EC2B1B72054A}" destId="{4B897174-5833-4931-B84D-B096C1394032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1A806-4EA4-44BF-B211-292894E166B6}">
      <dsp:nvSpPr>
        <dsp:cNvPr id="0" name=""/>
        <dsp:cNvSpPr/>
      </dsp:nvSpPr>
      <dsp:spPr>
        <a:xfrm>
          <a:off x="5634" y="2840831"/>
          <a:ext cx="1708959" cy="8544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波動</a:t>
          </a:r>
        </a:p>
      </dsp:txBody>
      <dsp:txXfrm>
        <a:off x="30661" y="2865858"/>
        <a:ext cx="1658905" cy="804425"/>
      </dsp:txXfrm>
    </dsp:sp>
    <dsp:sp modelId="{881714A4-55F2-4192-B36E-AC4E11E39762}">
      <dsp:nvSpPr>
        <dsp:cNvPr id="0" name=""/>
        <dsp:cNvSpPr/>
      </dsp:nvSpPr>
      <dsp:spPr>
        <a:xfrm rot="17500715">
          <a:off x="1131121" y="2395528"/>
          <a:ext cx="1850526" cy="25444"/>
        </a:xfrm>
        <a:custGeom>
          <a:avLst/>
          <a:gdLst/>
          <a:ahLst/>
          <a:cxnLst/>
          <a:rect l="0" t="0" r="0" b="0"/>
          <a:pathLst>
            <a:path>
              <a:moveTo>
                <a:pt x="0" y="12722"/>
              </a:moveTo>
              <a:lnTo>
                <a:pt x="1850526" y="1272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00" kern="120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2010121" y="2361987"/>
        <a:ext cx="92526" cy="92526"/>
      </dsp:txXfrm>
    </dsp:sp>
    <dsp:sp modelId="{98653998-8281-49C3-A623-D162CA168FC3}">
      <dsp:nvSpPr>
        <dsp:cNvPr id="0" name=""/>
        <dsp:cNvSpPr/>
      </dsp:nvSpPr>
      <dsp:spPr>
        <a:xfrm>
          <a:off x="2398176" y="1121190"/>
          <a:ext cx="1708959" cy="8544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波の性質</a:t>
          </a:r>
        </a:p>
      </dsp:txBody>
      <dsp:txXfrm>
        <a:off x="2423203" y="1146217"/>
        <a:ext cx="1658905" cy="804425"/>
      </dsp:txXfrm>
    </dsp:sp>
    <dsp:sp modelId="{491CD1B5-E05C-4695-93A0-CB1E618F8F4E}">
      <dsp:nvSpPr>
        <dsp:cNvPr id="0" name=""/>
        <dsp:cNvSpPr/>
      </dsp:nvSpPr>
      <dsp:spPr>
        <a:xfrm rot="19457599">
          <a:off x="4028010" y="1290045"/>
          <a:ext cx="841835" cy="25444"/>
        </a:xfrm>
        <a:custGeom>
          <a:avLst/>
          <a:gdLst/>
          <a:ahLst/>
          <a:cxnLst/>
          <a:rect l="0" t="0" r="0" b="0"/>
          <a:pathLst>
            <a:path>
              <a:moveTo>
                <a:pt x="0" y="12722"/>
              </a:moveTo>
              <a:lnTo>
                <a:pt x="841835" y="1272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4427882" y="1281721"/>
        <a:ext cx="42091" cy="42091"/>
      </dsp:txXfrm>
    </dsp:sp>
    <dsp:sp modelId="{68BEE6F0-1B52-4C7F-AF28-DEDB731040E0}">
      <dsp:nvSpPr>
        <dsp:cNvPr id="0" name=""/>
        <dsp:cNvSpPr/>
      </dsp:nvSpPr>
      <dsp:spPr>
        <a:xfrm>
          <a:off x="4790719" y="629865"/>
          <a:ext cx="1708959" cy="8544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基本式</a:t>
          </a:r>
        </a:p>
      </dsp:txBody>
      <dsp:txXfrm>
        <a:off x="4815746" y="654892"/>
        <a:ext cx="1658905" cy="804425"/>
      </dsp:txXfrm>
    </dsp:sp>
    <dsp:sp modelId="{34E93D40-FEAF-4B6F-991C-54D4F196D723}">
      <dsp:nvSpPr>
        <dsp:cNvPr id="0" name=""/>
        <dsp:cNvSpPr/>
      </dsp:nvSpPr>
      <dsp:spPr>
        <a:xfrm rot="2142401">
          <a:off x="4028010" y="1781371"/>
          <a:ext cx="841835" cy="25444"/>
        </a:xfrm>
        <a:custGeom>
          <a:avLst/>
          <a:gdLst/>
          <a:ahLst/>
          <a:cxnLst/>
          <a:rect l="0" t="0" r="0" b="0"/>
          <a:pathLst>
            <a:path>
              <a:moveTo>
                <a:pt x="0" y="12722"/>
              </a:moveTo>
              <a:lnTo>
                <a:pt x="841835" y="1272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4427882" y="1773047"/>
        <a:ext cx="42091" cy="42091"/>
      </dsp:txXfrm>
    </dsp:sp>
    <dsp:sp modelId="{D842D5DB-CA62-41BC-BFCD-1A00B8080228}">
      <dsp:nvSpPr>
        <dsp:cNvPr id="0" name=""/>
        <dsp:cNvSpPr/>
      </dsp:nvSpPr>
      <dsp:spPr>
        <a:xfrm>
          <a:off x="4790719" y="1612516"/>
          <a:ext cx="1708959" cy="8544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定常波</a:t>
          </a:r>
        </a:p>
      </dsp:txBody>
      <dsp:txXfrm>
        <a:off x="4815746" y="1637543"/>
        <a:ext cx="1658905" cy="804425"/>
      </dsp:txXfrm>
    </dsp:sp>
    <dsp:sp modelId="{A83240F2-CD6D-422F-8EB9-F2C902D7AA64}">
      <dsp:nvSpPr>
        <dsp:cNvPr id="0" name=""/>
        <dsp:cNvSpPr/>
      </dsp:nvSpPr>
      <dsp:spPr>
        <a:xfrm rot="2829178">
          <a:off x="1553782" y="3623843"/>
          <a:ext cx="1005205" cy="25444"/>
        </a:xfrm>
        <a:custGeom>
          <a:avLst/>
          <a:gdLst/>
          <a:ahLst/>
          <a:cxnLst/>
          <a:rect l="0" t="0" r="0" b="0"/>
          <a:pathLst>
            <a:path>
              <a:moveTo>
                <a:pt x="0" y="12722"/>
              </a:moveTo>
              <a:lnTo>
                <a:pt x="1005205" y="1272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2031254" y="3611435"/>
        <a:ext cx="50260" cy="50260"/>
      </dsp:txXfrm>
    </dsp:sp>
    <dsp:sp modelId="{DA20266C-3B10-4970-8DF1-CA4C36A549FC}">
      <dsp:nvSpPr>
        <dsp:cNvPr id="0" name=""/>
        <dsp:cNvSpPr/>
      </dsp:nvSpPr>
      <dsp:spPr>
        <a:xfrm>
          <a:off x="2398176" y="3577819"/>
          <a:ext cx="1708959" cy="8544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音</a:t>
          </a:r>
        </a:p>
      </dsp:txBody>
      <dsp:txXfrm>
        <a:off x="2423203" y="3602846"/>
        <a:ext cx="1658905" cy="804425"/>
      </dsp:txXfrm>
    </dsp:sp>
    <dsp:sp modelId="{2535BA34-4C99-4585-91BE-2028BC7E0D06}">
      <dsp:nvSpPr>
        <dsp:cNvPr id="0" name=""/>
        <dsp:cNvSpPr/>
      </dsp:nvSpPr>
      <dsp:spPr>
        <a:xfrm rot="18289469">
          <a:off x="3850410" y="3501011"/>
          <a:ext cx="1197034" cy="25444"/>
        </a:xfrm>
        <a:custGeom>
          <a:avLst/>
          <a:gdLst/>
          <a:ahLst/>
          <a:cxnLst/>
          <a:rect l="0" t="0" r="0" b="0"/>
          <a:pathLst>
            <a:path>
              <a:moveTo>
                <a:pt x="0" y="12722"/>
              </a:moveTo>
              <a:lnTo>
                <a:pt x="1197034" y="1272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4419002" y="3483807"/>
        <a:ext cx="59851" cy="59851"/>
      </dsp:txXfrm>
    </dsp:sp>
    <dsp:sp modelId="{B243D867-B6E9-4465-A940-CBC0A76B5BFE}">
      <dsp:nvSpPr>
        <dsp:cNvPr id="0" name=""/>
        <dsp:cNvSpPr/>
      </dsp:nvSpPr>
      <dsp:spPr>
        <a:xfrm>
          <a:off x="4790719" y="2595168"/>
          <a:ext cx="1708959" cy="8544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音の性質</a:t>
          </a:r>
        </a:p>
      </dsp:txBody>
      <dsp:txXfrm>
        <a:off x="4815746" y="2620195"/>
        <a:ext cx="1658905" cy="804425"/>
      </dsp:txXfrm>
    </dsp:sp>
    <dsp:sp modelId="{CA6D2D21-A10D-4900-BC37-8F20BA1EFB7E}">
      <dsp:nvSpPr>
        <dsp:cNvPr id="0" name=""/>
        <dsp:cNvSpPr/>
      </dsp:nvSpPr>
      <dsp:spPr>
        <a:xfrm>
          <a:off x="4107136" y="3992337"/>
          <a:ext cx="683583" cy="25444"/>
        </a:xfrm>
        <a:custGeom>
          <a:avLst/>
          <a:gdLst/>
          <a:ahLst/>
          <a:cxnLst/>
          <a:rect l="0" t="0" r="0" b="0"/>
          <a:pathLst>
            <a:path>
              <a:moveTo>
                <a:pt x="0" y="12722"/>
              </a:moveTo>
              <a:lnTo>
                <a:pt x="683583" y="1272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4431838" y="3987969"/>
        <a:ext cx="34179" cy="34179"/>
      </dsp:txXfrm>
    </dsp:sp>
    <dsp:sp modelId="{8FDFEE4A-2523-4DD1-9800-50FA1F1B8C84}">
      <dsp:nvSpPr>
        <dsp:cNvPr id="0" name=""/>
        <dsp:cNvSpPr/>
      </dsp:nvSpPr>
      <dsp:spPr>
        <a:xfrm>
          <a:off x="4790719" y="3577819"/>
          <a:ext cx="2209103" cy="854479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固有振動</a:t>
          </a:r>
          <a:endParaRPr kumimoji="1" lang="en-US" altLang="ja-JP" sz="21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(</a:t>
          </a: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楽器</a:t>
          </a:r>
          <a:r>
            <a:rPr kumimoji="1" lang="en-US" altLang="ja-JP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)</a:t>
          </a:r>
          <a:endParaRPr kumimoji="1" lang="ja-JP" altLang="en-US" sz="21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4815746" y="3602846"/>
        <a:ext cx="2159049" cy="804425"/>
      </dsp:txXfrm>
    </dsp:sp>
    <dsp:sp modelId="{09C6B3D3-8BF2-4CE1-AA3F-706E7E3296AA}">
      <dsp:nvSpPr>
        <dsp:cNvPr id="0" name=""/>
        <dsp:cNvSpPr/>
      </dsp:nvSpPr>
      <dsp:spPr>
        <a:xfrm rot="49948">
          <a:off x="6999786" y="3997344"/>
          <a:ext cx="689290" cy="25444"/>
        </a:xfrm>
        <a:custGeom>
          <a:avLst/>
          <a:gdLst/>
          <a:ahLst/>
          <a:cxnLst/>
          <a:rect l="0" t="0" r="0" b="0"/>
          <a:pathLst>
            <a:path>
              <a:moveTo>
                <a:pt x="0" y="12722"/>
              </a:moveTo>
              <a:lnTo>
                <a:pt x="689290" y="1272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7327199" y="3992834"/>
        <a:ext cx="34464" cy="34464"/>
      </dsp:txXfrm>
    </dsp:sp>
    <dsp:sp modelId="{CAEDF81B-415D-49BB-A688-065BDEBACC22}">
      <dsp:nvSpPr>
        <dsp:cNvPr id="0" name=""/>
        <dsp:cNvSpPr/>
      </dsp:nvSpPr>
      <dsp:spPr>
        <a:xfrm>
          <a:off x="7689040" y="3587834"/>
          <a:ext cx="1708959" cy="854479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弦</a:t>
          </a:r>
        </a:p>
      </dsp:txBody>
      <dsp:txXfrm>
        <a:off x="7714067" y="3612861"/>
        <a:ext cx="1658905" cy="804425"/>
      </dsp:txXfrm>
    </dsp:sp>
    <dsp:sp modelId="{540EDF82-4CBC-47ED-9CD9-9F1509793A90}">
      <dsp:nvSpPr>
        <dsp:cNvPr id="0" name=""/>
        <dsp:cNvSpPr/>
      </dsp:nvSpPr>
      <dsp:spPr>
        <a:xfrm rot="3321416">
          <a:off x="6739475" y="4488678"/>
          <a:ext cx="1206602" cy="25444"/>
        </a:xfrm>
        <a:custGeom>
          <a:avLst/>
          <a:gdLst/>
          <a:ahLst/>
          <a:cxnLst/>
          <a:rect l="0" t="0" r="0" b="0"/>
          <a:pathLst>
            <a:path>
              <a:moveTo>
                <a:pt x="0" y="12722"/>
              </a:moveTo>
              <a:lnTo>
                <a:pt x="1206602" y="1272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7312611" y="4471236"/>
        <a:ext cx="60330" cy="60330"/>
      </dsp:txXfrm>
    </dsp:sp>
    <dsp:sp modelId="{A28BDA0E-6855-4F80-AB15-DF456533161E}">
      <dsp:nvSpPr>
        <dsp:cNvPr id="0" name=""/>
        <dsp:cNvSpPr/>
      </dsp:nvSpPr>
      <dsp:spPr>
        <a:xfrm>
          <a:off x="7685730" y="4570502"/>
          <a:ext cx="1708959" cy="854479"/>
        </a:xfrm>
        <a:prstGeom prst="roundRect">
          <a:avLst>
            <a:gd name="adj" fmla="val 10000"/>
          </a:avLst>
        </a:prstGeom>
        <a:solidFill>
          <a:srgbClr val="7030A0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気柱</a:t>
          </a:r>
        </a:p>
      </dsp:txBody>
      <dsp:txXfrm>
        <a:off x="7710757" y="4595529"/>
        <a:ext cx="1658905" cy="804425"/>
      </dsp:txXfrm>
    </dsp:sp>
    <dsp:sp modelId="{AD1902E2-7F8E-416B-BDC3-7C8016B12100}">
      <dsp:nvSpPr>
        <dsp:cNvPr id="0" name=""/>
        <dsp:cNvSpPr/>
      </dsp:nvSpPr>
      <dsp:spPr>
        <a:xfrm rot="3310531">
          <a:off x="3850410" y="4483663"/>
          <a:ext cx="1197034" cy="25444"/>
        </a:xfrm>
        <a:custGeom>
          <a:avLst/>
          <a:gdLst/>
          <a:ahLst/>
          <a:cxnLst/>
          <a:rect l="0" t="0" r="0" b="0"/>
          <a:pathLst>
            <a:path>
              <a:moveTo>
                <a:pt x="0" y="12722"/>
              </a:moveTo>
              <a:lnTo>
                <a:pt x="1197034" y="1272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4419002" y="4466459"/>
        <a:ext cx="59851" cy="59851"/>
      </dsp:txXfrm>
    </dsp:sp>
    <dsp:sp modelId="{53C9B469-E57B-40CF-9756-A0B7D01012EE}">
      <dsp:nvSpPr>
        <dsp:cNvPr id="0" name=""/>
        <dsp:cNvSpPr/>
      </dsp:nvSpPr>
      <dsp:spPr>
        <a:xfrm>
          <a:off x="4790719" y="4560471"/>
          <a:ext cx="1708959" cy="854479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ドップラー</a:t>
          </a:r>
          <a:endParaRPr kumimoji="1" lang="en-US" altLang="ja-JP" sz="21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効果</a:t>
          </a:r>
        </a:p>
      </dsp:txBody>
      <dsp:txXfrm>
        <a:off x="4815746" y="4585498"/>
        <a:ext cx="1658905" cy="804425"/>
      </dsp:txXfrm>
    </dsp:sp>
    <dsp:sp modelId="{1C5D39B7-43D2-4F8C-BA6F-082CEBB20577}">
      <dsp:nvSpPr>
        <dsp:cNvPr id="0" name=""/>
        <dsp:cNvSpPr/>
      </dsp:nvSpPr>
      <dsp:spPr>
        <a:xfrm rot="4099285">
          <a:off x="1131121" y="4115168"/>
          <a:ext cx="1850526" cy="25444"/>
        </a:xfrm>
        <a:custGeom>
          <a:avLst/>
          <a:gdLst/>
          <a:ahLst/>
          <a:cxnLst/>
          <a:rect l="0" t="0" r="0" b="0"/>
          <a:pathLst>
            <a:path>
              <a:moveTo>
                <a:pt x="0" y="12722"/>
              </a:moveTo>
              <a:lnTo>
                <a:pt x="1850526" y="1272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600" kern="120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2010121" y="4081627"/>
        <a:ext cx="92526" cy="92526"/>
      </dsp:txXfrm>
    </dsp:sp>
    <dsp:sp modelId="{57529BA4-35A1-45EF-B977-569110D54B3A}">
      <dsp:nvSpPr>
        <dsp:cNvPr id="0" name=""/>
        <dsp:cNvSpPr/>
      </dsp:nvSpPr>
      <dsp:spPr>
        <a:xfrm>
          <a:off x="2398176" y="4560471"/>
          <a:ext cx="1708959" cy="854479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光</a:t>
          </a:r>
        </a:p>
      </dsp:txBody>
      <dsp:txXfrm>
        <a:off x="2423203" y="4585498"/>
        <a:ext cx="1658905" cy="8044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5A0B08-4972-4E20-A54E-765036A572AB}">
      <dsp:nvSpPr>
        <dsp:cNvPr id="0" name=""/>
        <dsp:cNvSpPr/>
      </dsp:nvSpPr>
      <dsp:spPr>
        <a:xfrm>
          <a:off x="535929" y="3173"/>
          <a:ext cx="4125244" cy="16500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880" tIns="27940" rIns="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4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作図</a:t>
          </a:r>
        </a:p>
      </dsp:txBody>
      <dsp:txXfrm>
        <a:off x="1360978" y="3173"/>
        <a:ext cx="2475147" cy="1650097"/>
      </dsp:txXfrm>
    </dsp:sp>
    <dsp:sp modelId="{22ED481B-EDD6-4D52-8DCF-6172AE0DE0BA}">
      <dsp:nvSpPr>
        <dsp:cNvPr id="0" name=""/>
        <dsp:cNvSpPr/>
      </dsp:nvSpPr>
      <dsp:spPr>
        <a:xfrm>
          <a:off x="4124892" y="143431"/>
          <a:ext cx="3423952" cy="136958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境界条件考慮</a:t>
          </a:r>
          <a:endParaRPr kumimoji="1" lang="en-US" altLang="ja-JP" sz="20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 dirty="0">
              <a:solidFill>
                <a:srgbClr val="0070C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節</a:t>
          </a:r>
          <a:r>
            <a:rPr kumimoji="1" lang="en-US" altLang="ja-JP" sz="20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-</a:t>
          </a:r>
          <a:r>
            <a:rPr kumimoji="1" lang="ja-JP" altLang="en-US" sz="2000" kern="1200" dirty="0">
              <a:solidFill>
                <a:srgbClr val="0070C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節 </a:t>
          </a:r>
          <a:endParaRPr kumimoji="1" lang="en-US" altLang="ja-JP" sz="2000" kern="1200" dirty="0">
            <a:solidFill>
              <a:srgbClr val="0070C0"/>
            </a:solidFill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 dirty="0">
              <a:solidFill>
                <a:srgbClr val="0070C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節</a:t>
          </a:r>
          <a:r>
            <a:rPr kumimoji="1" lang="en-US" altLang="ja-JP" sz="20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-</a:t>
          </a:r>
          <a:r>
            <a:rPr kumimoji="1" lang="ja-JP" altLang="en-US" sz="2000" kern="1200" dirty="0">
              <a:solidFill>
                <a:schemeClr val="accent2">
                  <a:lumMod val="75000"/>
                </a:schemeClr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腹　腹</a:t>
          </a:r>
          <a:r>
            <a:rPr kumimoji="1" lang="en-US" altLang="ja-JP" sz="20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-</a:t>
          </a:r>
          <a:r>
            <a:rPr kumimoji="1" lang="ja-JP" altLang="en-US" sz="2000" kern="1200" dirty="0">
              <a:solidFill>
                <a:schemeClr val="accent2">
                  <a:lumMod val="75000"/>
                </a:schemeClr>
              </a:solidFill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腹</a:t>
          </a:r>
          <a:r>
            <a:rPr kumimoji="1" lang="ja-JP" altLang="en-US" sz="20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　</a:t>
          </a:r>
        </a:p>
      </dsp:txBody>
      <dsp:txXfrm>
        <a:off x="4809683" y="143431"/>
        <a:ext cx="2054371" cy="1369581"/>
      </dsp:txXfrm>
    </dsp:sp>
    <dsp:sp modelId="{577C608D-2C0A-4F83-BCBB-21BC715B6EA6}">
      <dsp:nvSpPr>
        <dsp:cNvPr id="0" name=""/>
        <dsp:cNvSpPr/>
      </dsp:nvSpPr>
      <dsp:spPr>
        <a:xfrm>
          <a:off x="7069491" y="143431"/>
          <a:ext cx="3423952" cy="136958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振動数が最小</a:t>
          </a:r>
          <a:endParaRPr kumimoji="1" lang="en-US" altLang="ja-JP" sz="18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：波長が最大</a:t>
          </a:r>
          <a:endParaRPr kumimoji="1" lang="en-US" altLang="ja-JP" sz="18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の振動から順に作図</a:t>
          </a:r>
          <a:endParaRPr kumimoji="1" lang="en-US" altLang="ja-JP" sz="18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7754282" y="143431"/>
        <a:ext cx="2054371" cy="1369581"/>
      </dsp:txXfrm>
    </dsp:sp>
    <dsp:sp modelId="{E23DE2C2-0A2D-43E3-BABD-6661EE851ED0}">
      <dsp:nvSpPr>
        <dsp:cNvPr id="0" name=""/>
        <dsp:cNvSpPr/>
      </dsp:nvSpPr>
      <dsp:spPr>
        <a:xfrm>
          <a:off x="535929" y="1884284"/>
          <a:ext cx="4125244" cy="16500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880" tIns="27940" rIns="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4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L</a:t>
          </a:r>
          <a:r>
            <a:rPr kumimoji="1" lang="ja-JP" altLang="en-US" sz="4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と</a:t>
          </a:r>
          <a:r>
            <a:rPr kumimoji="1" lang="en-US" altLang="ja-JP" sz="4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λ</a:t>
          </a:r>
          <a:r>
            <a:rPr kumimoji="1" lang="ja-JP" altLang="en-US" sz="4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の</a:t>
          </a:r>
          <a:endParaRPr kumimoji="1" lang="en-US" altLang="ja-JP" sz="44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4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対応</a:t>
          </a:r>
        </a:p>
      </dsp:txBody>
      <dsp:txXfrm>
        <a:off x="1360978" y="1884284"/>
        <a:ext cx="2475147" cy="1650097"/>
      </dsp:txXfrm>
    </dsp:sp>
    <dsp:sp modelId="{16345756-4CBD-4DD9-BFB3-75C75A03180E}">
      <dsp:nvSpPr>
        <dsp:cNvPr id="0" name=""/>
        <dsp:cNvSpPr/>
      </dsp:nvSpPr>
      <dsp:spPr>
        <a:xfrm>
          <a:off x="4124892" y="2024542"/>
          <a:ext cx="3423952" cy="136958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15240" rIns="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L=</a:t>
          </a:r>
          <a:r>
            <a:rPr kumimoji="1" lang="ja-JP" altLang="en-US" sz="2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〇</a:t>
          </a:r>
          <a:r>
            <a:rPr kumimoji="1" lang="en-US" altLang="ja-JP" sz="2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×λ/2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L=</a:t>
          </a:r>
          <a:r>
            <a:rPr kumimoji="1" lang="ja-JP" altLang="en-US" sz="2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△</a:t>
          </a:r>
          <a:r>
            <a:rPr kumimoji="1" lang="en-US" altLang="ja-JP" sz="2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×λ/4</a:t>
          </a:r>
          <a:endParaRPr kumimoji="1" lang="ja-JP" altLang="en-US" sz="24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4809683" y="2024542"/>
        <a:ext cx="2054371" cy="1369581"/>
      </dsp:txXfrm>
    </dsp:sp>
    <dsp:sp modelId="{BF569EC4-C7F0-4E4A-B66D-1CCAB7D7FD94}">
      <dsp:nvSpPr>
        <dsp:cNvPr id="0" name=""/>
        <dsp:cNvSpPr/>
      </dsp:nvSpPr>
      <dsp:spPr>
        <a:xfrm>
          <a:off x="7069491" y="2024542"/>
          <a:ext cx="3423952" cy="136958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0640" tIns="20320" rIns="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2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λ=</a:t>
          </a:r>
          <a:r>
            <a:rPr kumimoji="1" lang="ja-JP" altLang="en-US" sz="32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□</a:t>
          </a:r>
          <a:r>
            <a:rPr kumimoji="1" lang="en-US" altLang="ja-JP" sz="32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L</a:t>
          </a:r>
          <a:endParaRPr kumimoji="1" lang="ja-JP" altLang="en-US" sz="32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7754282" y="2024542"/>
        <a:ext cx="2054371" cy="1369581"/>
      </dsp:txXfrm>
    </dsp:sp>
    <dsp:sp modelId="{543240A0-57EE-4F66-B40F-45435764E6E1}">
      <dsp:nvSpPr>
        <dsp:cNvPr id="0" name=""/>
        <dsp:cNvSpPr/>
      </dsp:nvSpPr>
      <dsp:spPr>
        <a:xfrm>
          <a:off x="535929" y="3765396"/>
          <a:ext cx="4125244" cy="165009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880" tIns="27940" rIns="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44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v=</a:t>
          </a:r>
          <a:r>
            <a:rPr kumimoji="1" lang="en-US" altLang="ja-JP" sz="4400" kern="1200" dirty="0" err="1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fλ</a:t>
          </a:r>
          <a:endParaRPr kumimoji="1" lang="ja-JP" altLang="en-US" sz="44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1360978" y="3765396"/>
        <a:ext cx="2475147" cy="1650097"/>
      </dsp:txXfrm>
    </dsp:sp>
    <dsp:sp modelId="{B47511C8-FD24-43F0-85A6-5915F62EFD9B}">
      <dsp:nvSpPr>
        <dsp:cNvPr id="0" name=""/>
        <dsp:cNvSpPr/>
      </dsp:nvSpPr>
      <dsp:spPr>
        <a:xfrm>
          <a:off x="4124892" y="3905654"/>
          <a:ext cx="3423952" cy="136958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0640" tIns="20320" rIns="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32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f = v/λ</a:t>
          </a:r>
          <a:endParaRPr kumimoji="1" lang="ja-JP" altLang="en-US" sz="32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</dsp:txBody>
      <dsp:txXfrm>
        <a:off x="4809683" y="3905654"/>
        <a:ext cx="2054371" cy="1369581"/>
      </dsp:txXfrm>
    </dsp:sp>
    <dsp:sp modelId="{4B897174-5833-4931-B84D-B096C1394032}">
      <dsp:nvSpPr>
        <dsp:cNvPr id="0" name=""/>
        <dsp:cNvSpPr/>
      </dsp:nvSpPr>
      <dsp:spPr>
        <a:xfrm>
          <a:off x="7069491" y="3905654"/>
          <a:ext cx="3423952" cy="136958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残りの</a:t>
          </a:r>
          <a:endParaRPr kumimoji="1" lang="en-US" altLang="ja-JP" sz="2000" kern="1200" dirty="0">
            <a:latin typeface="BIZ UDP明朝 Medium" panose="02020500000000000000" pitchFamily="18" charset="-128"/>
            <a:ea typeface="BIZ UDP明朝 Medium" panose="02020500000000000000" pitchFamily="18" charset="-128"/>
            <a:cs typeface="ADLaM Display" panose="02010000000000000000" pitchFamily="2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 dirty="0">
              <a:latin typeface="BIZ UDP明朝 Medium" panose="02020500000000000000" pitchFamily="18" charset="-128"/>
              <a:ea typeface="BIZ UDP明朝 Medium" panose="02020500000000000000" pitchFamily="18" charset="-128"/>
              <a:cs typeface="ADLaM Display" panose="02010000000000000000" pitchFamily="2" charset="0"/>
            </a:rPr>
            <a:t>物理量が求まる</a:t>
          </a:r>
        </a:p>
      </dsp:txBody>
      <dsp:txXfrm>
        <a:off x="7754282" y="3905654"/>
        <a:ext cx="2054371" cy="13695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5230F6-3167-41DF-994C-2C0793E264FA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FDAAF-23C1-4E03-B6A2-3FB67CD374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318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FDAAF-23C1-4E03-B6A2-3FB67CD3746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669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B5805E-C2EE-2994-6968-55C19E185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C94AA44-91D9-9E89-2D15-657EE95C2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C31023-CF6A-C522-D052-4089468B1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0EE99E-9B7E-1AE5-841A-8DAA89095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FFAEAB-C6DA-9BBE-AD73-C8C4264C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230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1F7B2D-1109-1EBA-A212-00E2FB5DE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544C1D-EF05-0E3E-3EB8-40D45913E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410968-DEB4-1821-B5DB-D7C6F253F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8E7983-8544-0F37-20D0-ADB5F04E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C447E1-CF36-F6B1-5977-E44E3153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41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8D85D5-19D1-48CC-3A93-7A6A37EF8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DD8F4B-1FAC-1574-A93A-B2023D39A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080C7D-04CE-B7DD-AC29-DE57E170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A312DC-5713-E11E-4847-75802CB8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E11BC1-B72A-0005-234E-C56478F7B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28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095F5A-9F63-EAC9-00D3-FE10C2E21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B7A734-1C09-2249-C344-D9499B574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181A99-F26A-E4AD-3A26-A0A1F2D33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F35194-EBB1-E2DB-0896-79781D010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D1AE9B-18BF-4993-139D-83395375D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88A8A8-A219-F035-32DC-E4255B12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3570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719B68-CB8A-8055-53B4-FB4AEC22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0C29B9-1982-4B51-A855-5FF552F80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35552B-01EB-171B-47C4-68EA0CD9C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0D8F611-40CF-9E2D-E800-3BFDAB48E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EF3A257-49DE-49D2-58E5-4C0C13DA2E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60413FD-3919-4B51-BA7B-F3D1411D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B940D9C-D260-8C1D-6A11-B8AA5652C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E9143C5-54CD-924B-F61F-AD0C4A0D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6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0C672B-D5CA-E444-1296-395E9915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D50C6CF-E646-A5AE-351F-648B5CD57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C4C1D99-19A3-2CE0-638D-490E50A82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5DFB6CB-4E30-E8D8-07ED-8376F803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829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F432067-F17C-F99D-56CB-134731328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F27D0C-929F-90D9-DDB7-B600CEFD1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28AE52-302C-AE93-99C0-932AC001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457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5F7C35-8652-C679-B564-63331AE56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5FB20A-018D-3313-726F-8C9A487D1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2EEB8D-6088-979E-DAE9-04FCE8DD4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DC7DDB-7F69-C792-B28A-A83A6187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66DA21-FADF-CEA3-28C3-6B37E3F26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745FF42-99EE-2C85-0C49-BCAC0D91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350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BD08D2-8116-B30A-4EBF-E6CED88AA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721E4E-96B0-F510-4A92-502CAAC17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730C7BA-0B57-B66D-9823-DE6DEB5F6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F0F746-604A-BDCB-C117-BD4E0F5F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4B67EB-A111-A884-1AC0-28E58C74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A17513-E26F-6070-2275-ADE1D94B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262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B08213-651A-7B5A-B00B-78AB6BD50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A94D0EC-7930-238B-5552-AFCEB9173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807533-CCD4-E4F1-BF93-58EB9B0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67F3A8-E15C-9D55-A2CB-795D19CD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DA1C80-965C-9283-B4D3-C0CE6879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5923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BFCDE2A-D650-57F5-D6E5-95F7DD389F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97D9DC6-75B5-1CF8-B225-D75560C6C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3D2BF8-F203-8CDE-F361-E0A5B950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6D8F9D-A587-9B09-7F6C-969A88E0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ED9DEF-BA19-0792-295B-23B74337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9600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F5CCD9-2E3A-F961-A890-1FB7DEB0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E36545-E095-B766-6D94-CAA318521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3ACF78-45CC-7159-210F-CC10B9068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E8BE6B-7975-4D7E-832F-584B493DAC17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1629BF-E100-56AA-4179-E70EA416B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741030-F02B-A1BF-A922-F37C801F5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76D0D0-E7A9-4122-B036-1D2B0B9B2E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19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FF1DD8E8-6B89-2B68-2984-44B0E48BD2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3903039"/>
              </p:ext>
            </p:extLst>
          </p:nvPr>
        </p:nvGraphicFramePr>
        <p:xfrm>
          <a:off x="236044" y="193246"/>
          <a:ext cx="9398000" cy="6044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E2DC806-7FD6-0BF9-A61D-F503A3F1E603}"/>
                  </a:ext>
                </a:extLst>
              </p:cNvPr>
              <p:cNvSpPr txBox="1"/>
              <p:nvPr/>
            </p:nvSpPr>
            <p:spPr>
              <a:xfrm>
                <a:off x="7327948" y="711378"/>
                <a:ext cx="488372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ja-JP" sz="2400" i="1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en-US" altLang="ja-JP" sz="2400" dirty="0">
                  <a:latin typeface="BIZ UDP明朝 Medium" panose="02020500000000000000" pitchFamily="18" charset="-128"/>
                  <a:ea typeface="BIZ UDP明朝 Medium" panose="02020500000000000000" pitchFamily="18" charset="-128"/>
                </a:endParaRPr>
              </a:p>
              <a:p>
                <a:r>
                  <a:rPr kumimoji="1" lang="en-US" altLang="ja-JP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(</a:t>
                </a:r>
                <a:r>
                  <a:rPr kumimoji="1" lang="ja-JP" altLang="en-US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波の速さ</a:t>
                </a:r>
                <a:r>
                  <a:rPr kumimoji="1" lang="en-US" altLang="ja-JP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)=(</a:t>
                </a:r>
                <a:r>
                  <a:rPr kumimoji="1" lang="ja-JP" altLang="en-US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振動数</a:t>
                </a:r>
                <a:r>
                  <a:rPr kumimoji="1" lang="en-US" altLang="ja-JP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)×(</a:t>
                </a:r>
                <a:r>
                  <a:rPr kumimoji="1" lang="ja-JP" altLang="en-US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波長</a:t>
                </a:r>
                <a:r>
                  <a:rPr kumimoji="1" lang="en-US" altLang="ja-JP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)</a:t>
                </a:r>
                <a:endParaRPr kumimoji="1" lang="ja-JP" altLang="en-US" sz="2400" dirty="0">
                  <a:latin typeface="BIZ UDP明朝 Medium" panose="02020500000000000000" pitchFamily="18" charset="-128"/>
                  <a:ea typeface="BIZ UDP明朝 Medium" panose="02020500000000000000" pitchFamily="18" charset="-128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E2DC806-7FD6-0BF9-A61D-F503A3F1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948" y="711378"/>
                <a:ext cx="4883727" cy="830997"/>
              </a:xfrm>
              <a:prstGeom prst="rect">
                <a:avLst/>
              </a:prstGeom>
              <a:blipFill>
                <a:blip r:embed="rId8"/>
                <a:stretch>
                  <a:fillRect l="-1873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1F156EF-DCF3-C307-6964-345C90AEAA6E}"/>
                  </a:ext>
                </a:extLst>
              </p:cNvPr>
              <p:cNvSpPr txBox="1"/>
              <p:nvPr/>
            </p:nvSpPr>
            <p:spPr>
              <a:xfrm>
                <a:off x="7327948" y="1735283"/>
                <a:ext cx="4185805" cy="1002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腹：振幅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ja-JP" altLang="en-US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　節：振幅</a:t>
                </a:r>
                <a:r>
                  <a:rPr kumimoji="1" lang="en-US" altLang="ja-JP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0</a:t>
                </a:r>
              </a:p>
              <a:p>
                <a:r>
                  <a:rPr kumimoji="1" lang="ja-JP" altLang="en-US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腹</a:t>
                </a:r>
                <a:r>
                  <a:rPr kumimoji="1" lang="en-US" altLang="ja-JP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1</a:t>
                </a:r>
                <a:r>
                  <a:rPr kumimoji="1" lang="ja-JP" altLang="en-US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個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：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]　</m:t>
                    </m:r>
                  </m:oMath>
                </a14:m>
                <a:r>
                  <a:rPr kumimoji="1" lang="ja-JP" altLang="en-US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腹</a:t>
                </a:r>
                <a:r>
                  <a:rPr kumimoji="1" lang="en-US" altLang="ja-JP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0.5</a:t>
                </a:r>
                <a:r>
                  <a:rPr kumimoji="1" lang="ja-JP" altLang="en-US" sz="2400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個</a:t>
                </a:r>
                <a:r>
                  <a:rPr kumimoji="1" lang="ja-JP" altLang="en-US" dirty="0">
                    <a:latin typeface="BIZ UDP明朝 Medium" panose="02020500000000000000" pitchFamily="18" charset="-128"/>
                    <a:ea typeface="BIZ UDP明朝 Medium" panose="02020500000000000000" pitchFamily="18" charset="-128"/>
                  </a:rPr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1" lang="ja-JP" altLang="en-US" dirty="0">
                  <a:latin typeface="BIZ UDP明朝 Medium" panose="02020500000000000000" pitchFamily="18" charset="-128"/>
                  <a:ea typeface="BIZ UDP明朝 Medium" panose="02020500000000000000" pitchFamily="18" charset="-128"/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1F156EF-DCF3-C307-6964-345C90AEA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948" y="1735283"/>
                <a:ext cx="4185805" cy="1002390"/>
              </a:xfrm>
              <a:prstGeom prst="rect">
                <a:avLst/>
              </a:prstGeom>
              <a:blipFill>
                <a:blip r:embed="rId9"/>
                <a:stretch>
                  <a:fillRect l="-2183" t="-6707" b="-24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50F4FFD-507D-2E89-E5E6-3EE879B92DED}"/>
              </a:ext>
            </a:extLst>
          </p:cNvPr>
          <p:cNvSpPr txBox="1"/>
          <p:nvPr/>
        </p:nvSpPr>
        <p:spPr>
          <a:xfrm>
            <a:off x="7327948" y="2800155"/>
            <a:ext cx="4185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音が</a:t>
            </a:r>
            <a:r>
              <a:rPr kumimoji="1" lang="ja-JP" altLang="en-US" sz="2400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大きい</a:t>
            </a:r>
            <a:r>
              <a:rPr kumimoji="1" lang="ja-JP" altLang="en-US" sz="2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→</a:t>
            </a:r>
            <a:r>
              <a:rPr kumimoji="1" lang="ja-JP" altLang="en-US" sz="2400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振幅</a:t>
            </a:r>
            <a:r>
              <a:rPr kumimoji="1" lang="en-US" altLang="ja-JP" sz="2400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A</a:t>
            </a:r>
            <a:r>
              <a:rPr kumimoji="1" lang="ja-JP" altLang="en-US" sz="2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が大きい</a:t>
            </a:r>
            <a:endParaRPr kumimoji="1" lang="en-US" altLang="ja-JP" sz="24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rPr lang="ja-JP" altLang="en-US" sz="2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音が</a:t>
            </a:r>
            <a:r>
              <a:rPr lang="ja-JP" altLang="en-US" sz="2400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高い</a:t>
            </a:r>
            <a:r>
              <a:rPr lang="ja-JP" altLang="en-US" sz="2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→</a:t>
            </a:r>
            <a:r>
              <a:rPr lang="ja-JP" altLang="en-US" sz="2400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振動数 </a:t>
            </a:r>
            <a:r>
              <a:rPr lang="en-US" altLang="ja-JP" sz="2400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f</a:t>
            </a:r>
            <a:r>
              <a:rPr lang="en-US" altLang="ja-JP" sz="2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 </a:t>
            </a:r>
            <a:r>
              <a:rPr lang="ja-JP" altLang="en-US" sz="2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が大きい</a:t>
            </a:r>
            <a:endParaRPr kumimoji="1" lang="ja-JP" altLang="en-US" sz="24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1CF64F0-EE83-9F05-83F6-727D4C41BDCC}"/>
              </a:ext>
            </a:extLst>
          </p:cNvPr>
          <p:cNvSpPr txBox="1"/>
          <p:nvPr/>
        </p:nvSpPr>
        <p:spPr>
          <a:xfrm>
            <a:off x="9972696" y="4083627"/>
            <a:ext cx="21293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腹・節の</a:t>
            </a:r>
            <a:endParaRPr kumimoji="1" lang="en-US" altLang="ja-JP" sz="24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rPr kumimoji="1" lang="ja-JP" altLang="en-US" sz="2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境界条件</a:t>
            </a:r>
            <a:r>
              <a:rPr lang="ja-JP" altLang="en-US" sz="2400" dirty="0"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あり</a:t>
            </a:r>
            <a:endParaRPr kumimoji="1" lang="en-US" altLang="ja-JP" sz="2400" dirty="0"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定常波</a:t>
            </a:r>
            <a:endParaRPr kumimoji="1" lang="ja-JP" altLang="en-US" sz="2400" dirty="0">
              <a:solidFill>
                <a:srgbClr val="FF000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650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8F1A806-4EA4-44BF-B211-292894E166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graphicEl>
                                              <a:dgm id="{38F1A806-4EA4-44BF-B211-292894E166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graphicEl>
                                              <a:dgm id="{38F1A806-4EA4-44BF-B211-292894E166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81714A4-55F2-4192-B36E-AC4E11E397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graphicEl>
                                              <a:dgm id="{881714A4-55F2-4192-B36E-AC4E11E397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graphicEl>
                                              <a:dgm id="{881714A4-55F2-4192-B36E-AC4E11E397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653998-8281-49C3-A623-D162CA168F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graphicEl>
                                              <a:dgm id="{98653998-8281-49C3-A623-D162CA168F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graphicEl>
                                              <a:dgm id="{98653998-8281-49C3-A623-D162CA168F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91CD1B5-E05C-4695-93A0-CB1E618F8F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graphicEl>
                                              <a:dgm id="{491CD1B5-E05C-4695-93A0-CB1E618F8F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graphicEl>
                                              <a:dgm id="{491CD1B5-E05C-4695-93A0-CB1E618F8F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8BEE6F0-1B52-4C7F-AF28-DEDB731040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graphicEl>
                                              <a:dgm id="{68BEE6F0-1B52-4C7F-AF28-DEDB731040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graphicEl>
                                              <a:dgm id="{68BEE6F0-1B52-4C7F-AF28-DEDB731040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4E93D40-FEAF-4B6F-991C-54D4F196D7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graphicEl>
                                              <a:dgm id="{34E93D40-FEAF-4B6F-991C-54D4F196D7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graphicEl>
                                              <a:dgm id="{34E93D40-FEAF-4B6F-991C-54D4F196D7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842D5DB-CA62-41BC-BFCD-1A00B80802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graphicEl>
                                              <a:dgm id="{D842D5DB-CA62-41BC-BFCD-1A00B80802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graphicEl>
                                              <a:dgm id="{D842D5DB-CA62-41BC-BFCD-1A00B80802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83240F2-CD6D-422F-8EB9-F2C902D7A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graphicEl>
                                              <a:dgm id="{A83240F2-CD6D-422F-8EB9-F2C902D7A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graphicEl>
                                              <a:dgm id="{A83240F2-CD6D-422F-8EB9-F2C902D7A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A20266C-3B10-4970-8DF1-CA4C36A549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graphicEl>
                                              <a:dgm id="{DA20266C-3B10-4970-8DF1-CA4C36A549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graphicEl>
                                              <a:dgm id="{DA20266C-3B10-4970-8DF1-CA4C36A549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535BA34-4C99-4585-91BE-2028BC7E0D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graphicEl>
                                              <a:dgm id="{2535BA34-4C99-4585-91BE-2028BC7E0D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graphicEl>
                                              <a:dgm id="{2535BA34-4C99-4585-91BE-2028BC7E0D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243D867-B6E9-4465-A940-CBC0A76B5B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graphicEl>
                                              <a:dgm id="{B243D867-B6E9-4465-A940-CBC0A76B5B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graphicEl>
                                              <a:dgm id="{B243D867-B6E9-4465-A940-CBC0A76B5B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A6D2D21-A10D-4900-BC37-8F20BA1EFB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>
                                            <p:graphicEl>
                                              <a:dgm id="{CA6D2D21-A10D-4900-BC37-8F20BA1EFB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>
                                            <p:graphicEl>
                                              <a:dgm id="{CA6D2D21-A10D-4900-BC37-8F20BA1EFB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FDFEE4A-2523-4DD1-9800-50FA1F1B8C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graphicEl>
                                              <a:dgm id="{8FDFEE4A-2523-4DD1-9800-50FA1F1B8C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graphicEl>
                                              <a:dgm id="{8FDFEE4A-2523-4DD1-9800-50FA1F1B8C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9C6B3D3-8BF2-4CE1-AA3F-706E7E3296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graphicEl>
                                              <a:dgm id="{09C6B3D3-8BF2-4CE1-AA3F-706E7E3296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graphicEl>
                                              <a:dgm id="{09C6B3D3-8BF2-4CE1-AA3F-706E7E3296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AEDF81B-415D-49BB-A688-065BDEBACC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>
                                            <p:graphicEl>
                                              <a:dgm id="{CAEDF81B-415D-49BB-A688-065BDEBACC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graphicEl>
                                              <a:dgm id="{CAEDF81B-415D-49BB-A688-065BDEBACC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40EDF82-4CBC-47ED-9CD9-9F1509793A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graphicEl>
                                              <a:dgm id="{540EDF82-4CBC-47ED-9CD9-9F1509793A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graphicEl>
                                              <a:dgm id="{540EDF82-4CBC-47ED-9CD9-9F1509793A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28BDA0E-6855-4F80-AB15-DF45653316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>
                                            <p:graphicEl>
                                              <a:dgm id="{A28BDA0E-6855-4F80-AB15-DF45653316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>
                                            <p:graphicEl>
                                              <a:dgm id="{A28BDA0E-6855-4F80-AB15-DF45653316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D1902E2-7F8E-416B-BDC3-7C8016B121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">
                                            <p:graphicEl>
                                              <a:dgm id="{AD1902E2-7F8E-416B-BDC3-7C8016B121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">
                                            <p:graphicEl>
                                              <a:dgm id="{AD1902E2-7F8E-416B-BDC3-7C8016B121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3C9B469-E57B-40CF-9756-A0B7D01012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graphicEl>
                                              <a:dgm id="{53C9B469-E57B-40CF-9756-A0B7D01012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graphicEl>
                                              <a:dgm id="{53C9B469-E57B-40CF-9756-A0B7D01012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C5D39B7-43D2-4F8C-BA6F-082CEBB205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">
                                            <p:graphicEl>
                                              <a:dgm id="{1C5D39B7-43D2-4F8C-BA6F-082CEBB205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">
                                            <p:graphicEl>
                                              <a:dgm id="{1C5D39B7-43D2-4F8C-BA6F-082CEBB205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7529BA4-35A1-45EF-B977-569110D54B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">
                                            <p:graphicEl>
                                              <a:dgm id="{57529BA4-35A1-45EF-B977-569110D54B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">
                                            <p:graphicEl>
                                              <a:dgm id="{57529BA4-35A1-45EF-B977-569110D54B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  <p:bldP spid="3" grpId="0"/>
      <p:bldP spid="4" grpId="0"/>
      <p:bldP spid="6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0F5273FF-6D5A-4430-CDF4-D23828B542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6004317"/>
              </p:ext>
            </p:extLst>
          </p:nvPr>
        </p:nvGraphicFramePr>
        <p:xfrm>
          <a:off x="525317" y="719666"/>
          <a:ext cx="1102937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65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52D5B9-EF08-1F2C-7A63-067B1042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>
                <a:latin typeface="ADLaM Display" panose="020F0502020204030204" pitchFamily="2" charset="0"/>
                <a:cs typeface="ADLaM Display" panose="020F0502020204030204" pitchFamily="2" charset="0"/>
              </a:rPr>
              <a:t>固有振動：物体は固有の振動数で振動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B2D7B6-4F20-EF93-B328-0F44297F5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弦</a:t>
            </a:r>
            <a:r>
              <a:rPr lang="ja-JP" altLang="en-US" dirty="0"/>
              <a:t>の固有振動</a:t>
            </a:r>
            <a:endParaRPr lang="en-US" altLang="ja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EFA07CD-711D-929A-C672-3EE436F6C97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ja-JP" altLang="en-US" i="1">
                          <a:latin typeface="Cambria Math" panose="02040503050406030204" pitchFamily="18" charset="0"/>
                        </a:rPr>
                        <m:t>波の</m:t>
                      </m:r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速さ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ja-JP" alt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ρ</m:t>
                              </m:r>
                            </m:den>
                          </m:f>
                        </m:e>
                      </m:ra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EFA07CD-711D-929A-C672-3EE436F6C9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FE003D7-D968-6E78-4744-E416DDCD4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kumimoji="1" lang="ja-JP" altLang="en-US" dirty="0"/>
              <a:t>気柱の固有振動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869AE6F5-A25F-AF02-F1CD-85ADEFC6704F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199" y="2505075"/>
                <a:ext cx="5548745" cy="368458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波の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速さ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ja-JP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=331.5+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0.6 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</m: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869AE6F5-A25F-AF02-F1CD-85ADEFC670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199" y="2505075"/>
                <a:ext cx="5548745" cy="3684588"/>
              </a:xfrm>
              <a:blipFill>
                <a:blip r:embed="rId3"/>
                <a:stretch>
                  <a:fillRect l="-1098" t="-11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13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1FA2AB-27E3-E84F-11E0-924BAB680217}"/>
              </a:ext>
            </a:extLst>
          </p:cNvPr>
          <p:cNvSpPr txBox="1"/>
          <p:nvPr/>
        </p:nvSpPr>
        <p:spPr>
          <a:xfrm>
            <a:off x="353291" y="280555"/>
            <a:ext cx="1158586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Q1</a:t>
            </a:r>
          </a:p>
          <a:p>
            <a:r>
              <a:rPr kumimoji="1"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スピーカーを使って、長さを自由に変えられる開管に振動数</a:t>
            </a:r>
            <a:r>
              <a:rPr kumimoji="1"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f[Hz]</a:t>
            </a:r>
            <a:r>
              <a:rPr kumimoji="1"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の音を流した。短い状態から伸ばしていって一回目に共鳴する長さ</a:t>
            </a:r>
            <a:r>
              <a:rPr kumimoji="1"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L1[m]</a:t>
            </a:r>
            <a:r>
              <a:rPr kumimoji="1"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、</a:t>
            </a:r>
            <a:r>
              <a:rPr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2</a:t>
            </a:r>
            <a:r>
              <a:rPr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回</a:t>
            </a:r>
            <a:r>
              <a:rPr kumimoji="1"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目に共鳴する長さL</a:t>
            </a:r>
            <a:r>
              <a:rPr kumimoji="1"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2[m]</a:t>
            </a:r>
            <a:r>
              <a:rPr kumimoji="1"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、</a:t>
            </a:r>
            <a:r>
              <a:rPr kumimoji="1"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3</a:t>
            </a:r>
            <a:r>
              <a:rPr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回目に共鳴する長さL</a:t>
            </a:r>
            <a:r>
              <a:rPr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3[m]</a:t>
            </a:r>
            <a:r>
              <a:rPr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それぞれ求めよ</a:t>
            </a:r>
            <a:endParaRPr lang="en-US" altLang="ja-JP" sz="36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endParaRPr kumimoji="1" lang="en-US" altLang="ja-JP" sz="36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r>
              <a:rPr kumimoji="1"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Q2</a:t>
            </a:r>
          </a:p>
          <a:p>
            <a:r>
              <a:rPr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(1)</a:t>
            </a:r>
            <a:r>
              <a:rPr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気温</a:t>
            </a:r>
            <a:r>
              <a:rPr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t[</a:t>
            </a:r>
            <a:r>
              <a:rPr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℃</a:t>
            </a:r>
            <a:r>
              <a:rPr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]</a:t>
            </a:r>
            <a:r>
              <a:rPr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、振動数</a:t>
            </a:r>
            <a:r>
              <a:rPr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f[Hz]</a:t>
            </a:r>
            <a:r>
              <a:rPr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で基本振動している開管の長さ</a:t>
            </a:r>
            <a:r>
              <a:rPr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L[m]</a:t>
            </a:r>
            <a:r>
              <a:rPr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を求めよ</a:t>
            </a:r>
            <a:endParaRPr lang="en-US" altLang="ja-JP" sz="36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  <a:p>
            <a:r>
              <a:rPr kumimoji="1"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(2)</a:t>
            </a:r>
            <a:r>
              <a:rPr kumimoji="1"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上で求めた式に</a:t>
            </a:r>
            <a:r>
              <a:rPr kumimoji="1"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f=440[Hz]</a:t>
            </a:r>
            <a:r>
              <a:rPr kumimoji="1"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、気温</a:t>
            </a:r>
            <a:r>
              <a:rPr kumimoji="1"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10[</a:t>
            </a:r>
            <a:r>
              <a:rPr kumimoji="1"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℃</a:t>
            </a:r>
            <a:r>
              <a:rPr kumimoji="1" lang="en-US" altLang="ja-JP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]</a:t>
            </a:r>
            <a:r>
              <a:rPr kumimoji="1" lang="ja-JP" altLang="en-US" sz="36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を代入して開管の長さを求めよ</a:t>
            </a:r>
            <a:endParaRPr kumimoji="1" lang="en-US" altLang="ja-JP" sz="3600" dirty="0">
              <a:latin typeface="HGP行書体" panose="03000600000000000000" pitchFamily="66" charset="-128"/>
              <a:ea typeface="HGP行書体" panose="03000600000000000000" pitchFamily="6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4784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4231</TotalTime>
  <Words>302</Words>
  <Application>Microsoft Office PowerPoint</Application>
  <PresentationFormat>ワイド画面</PresentationFormat>
  <Paragraphs>50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2" baseType="lpstr">
      <vt:lpstr>BIZ UDP明朝 Medium</vt:lpstr>
      <vt:lpstr>HGP行書体</vt:lpstr>
      <vt:lpstr>游ゴシック</vt:lpstr>
      <vt:lpstr>游ゴシック Light</vt:lpstr>
      <vt:lpstr>ADLaM Display</vt:lpstr>
      <vt:lpstr>Arial</vt:lpstr>
      <vt:lpstr>Cambria Math</vt:lpstr>
      <vt:lpstr>Office テーマ</vt:lpstr>
      <vt:lpstr>PowerPoint プレゼンテーション</vt:lpstr>
      <vt:lpstr>PowerPoint プレゼンテーション</vt:lpstr>
      <vt:lpstr>固有振動：物体は固有の振動数で振動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山下　陽平</dc:creator>
  <cp:lastModifiedBy>山下　陽平</cp:lastModifiedBy>
  <cp:revision>4</cp:revision>
  <dcterms:created xsi:type="dcterms:W3CDTF">2026-09-05T23:39:35Z</dcterms:created>
  <dcterms:modified xsi:type="dcterms:W3CDTF">2026-09-09T11:35:11Z</dcterms:modified>
</cp:coreProperties>
</file>